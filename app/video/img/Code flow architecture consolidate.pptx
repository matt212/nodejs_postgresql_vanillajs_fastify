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8" r:id="rId5"/>
    <p:sldId id="262" r:id="rId6"/>
    <p:sldId id="263" r:id="rId7"/>
    <p:sldId id="265" r:id="rId8"/>
    <p:sldId id="271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C0C"/>
    <a:srgbClr val="BCCE3A"/>
    <a:srgbClr val="EA1E7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3891" autoAdjust="0"/>
  </p:normalViewPr>
  <p:slideViewPr>
    <p:cSldViewPr snapToGrid="0">
      <p:cViewPr varScale="1">
        <p:scale>
          <a:sx n="74" d="100"/>
          <a:sy n="74" d="100"/>
        </p:scale>
        <p:origin x="-582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AC219-7894-4D87-98D5-1428F4F16D2A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B9EB9-E993-4B94-B3B9-96D763B04D6A}">
      <dgm:prSet phldrT="[Text]"/>
      <dgm:spPr/>
      <dgm:t>
        <a:bodyPr/>
        <a:lstStyle/>
        <a:p>
          <a:r>
            <a:rPr lang="en-US" dirty="0"/>
            <a:t>head</a:t>
          </a:r>
        </a:p>
      </dgm:t>
    </dgm:pt>
    <dgm:pt modelId="{72615ECE-BC19-40DA-AE80-31980312F2CE}" type="parTrans" cxnId="{D840A544-F52B-45AE-B282-4797D4CA2368}">
      <dgm:prSet/>
      <dgm:spPr/>
      <dgm:t>
        <a:bodyPr/>
        <a:lstStyle/>
        <a:p>
          <a:endParaRPr lang="en-US"/>
        </a:p>
      </dgm:t>
    </dgm:pt>
    <dgm:pt modelId="{5B17D6AF-E087-4412-A0C6-302D438BC259}" type="sibTrans" cxnId="{D840A544-F52B-45AE-B282-4797D4CA2368}">
      <dgm:prSet/>
      <dgm:spPr/>
      <dgm:t>
        <a:bodyPr/>
        <a:lstStyle/>
        <a:p>
          <a:endParaRPr lang="en-US"/>
        </a:p>
      </dgm:t>
    </dgm:pt>
    <dgm:pt modelId="{E3D838AE-194C-4053-9D80-25F6C39D4BA1}">
      <dgm:prSet phldrT="[Text]"/>
      <dgm:spPr/>
      <dgm:t>
        <a:bodyPr/>
        <a:lstStyle/>
        <a:p>
          <a:r>
            <a:rPr lang="en-US" dirty="0"/>
            <a:t>loader.html</a:t>
          </a:r>
        </a:p>
      </dgm:t>
    </dgm:pt>
    <dgm:pt modelId="{391DC52C-DA9F-468B-8A35-4BD010B8D9C8}" type="parTrans" cxnId="{B54DA9A0-993E-4FC1-98DF-88A0F643C7FC}">
      <dgm:prSet/>
      <dgm:spPr/>
      <dgm:t>
        <a:bodyPr/>
        <a:lstStyle/>
        <a:p>
          <a:endParaRPr lang="en-US"/>
        </a:p>
      </dgm:t>
    </dgm:pt>
    <dgm:pt modelId="{289A64BF-BCC0-4C30-843E-70226B1EBA89}" type="sibTrans" cxnId="{B54DA9A0-993E-4FC1-98DF-88A0F643C7FC}">
      <dgm:prSet/>
      <dgm:spPr/>
      <dgm:t>
        <a:bodyPr/>
        <a:lstStyle/>
        <a:p>
          <a:endParaRPr lang="en-US"/>
        </a:p>
      </dgm:t>
    </dgm:pt>
    <dgm:pt modelId="{49445BA9-F97C-4406-AD1D-410229BF33EC}">
      <dgm:prSet phldrT="[Text]"/>
      <dgm:spPr/>
      <dgm:t>
        <a:bodyPr/>
        <a:lstStyle/>
        <a:p>
          <a:r>
            <a:rPr lang="en-US" dirty="0"/>
            <a:t>legacyinnerheadercontent.html</a:t>
          </a:r>
        </a:p>
      </dgm:t>
    </dgm:pt>
    <dgm:pt modelId="{66F69DB3-5F55-44C6-A43F-19BB7DFE0C54}" type="parTrans" cxnId="{783FFF0C-4F01-43BC-A420-C795B7793E41}">
      <dgm:prSet/>
      <dgm:spPr/>
      <dgm:t>
        <a:bodyPr/>
        <a:lstStyle/>
        <a:p>
          <a:endParaRPr lang="en-US"/>
        </a:p>
      </dgm:t>
    </dgm:pt>
    <dgm:pt modelId="{254A4DDA-A392-41C7-AA43-ADE87B770212}" type="sibTrans" cxnId="{783FFF0C-4F01-43BC-A420-C795B7793E41}">
      <dgm:prSet/>
      <dgm:spPr/>
      <dgm:t>
        <a:bodyPr/>
        <a:lstStyle/>
        <a:p>
          <a:endParaRPr lang="en-US"/>
        </a:p>
      </dgm:t>
    </dgm:pt>
    <dgm:pt modelId="{E1CADB21-F600-4957-B930-2E3D5508AD27}">
      <dgm:prSet phldrT="[Text]"/>
      <dgm:spPr/>
      <dgm:t>
        <a:bodyPr/>
        <a:lstStyle/>
        <a:p>
          <a:r>
            <a:rPr lang="en-US" dirty="0"/>
            <a:t>body</a:t>
          </a:r>
        </a:p>
      </dgm:t>
    </dgm:pt>
    <dgm:pt modelId="{F42FB5DA-0924-47B6-87D6-70FC7DE7648F}" type="parTrans" cxnId="{E2554320-11DA-4D84-90BA-87A088431CA3}">
      <dgm:prSet/>
      <dgm:spPr/>
      <dgm:t>
        <a:bodyPr/>
        <a:lstStyle/>
        <a:p>
          <a:endParaRPr lang="en-US"/>
        </a:p>
      </dgm:t>
    </dgm:pt>
    <dgm:pt modelId="{98CF29C7-E72B-4775-8358-B69F54310E3B}" type="sibTrans" cxnId="{E2554320-11DA-4D84-90BA-87A088431CA3}">
      <dgm:prSet/>
      <dgm:spPr/>
      <dgm:t>
        <a:bodyPr/>
        <a:lstStyle/>
        <a:p>
          <a:endParaRPr lang="en-US"/>
        </a:p>
      </dgm:t>
    </dgm:pt>
    <dgm:pt modelId="{0BFF2995-3ACB-426D-91D3-DE5132EC8182}">
      <dgm:prSet phldrT="[Text]"/>
      <dgm:spPr/>
      <dgm:t>
        <a:bodyPr/>
        <a:lstStyle/>
        <a:p>
          <a:r>
            <a:rPr lang="en-US" dirty="0"/>
            <a:t>slidebar.html</a:t>
          </a:r>
        </a:p>
      </dgm:t>
    </dgm:pt>
    <dgm:pt modelId="{C1FFC1F3-2A33-4153-90A0-B645D6155217}" type="parTrans" cxnId="{AD6F9287-13FD-479C-9B84-0B3FAF2E4882}">
      <dgm:prSet/>
      <dgm:spPr/>
      <dgm:t>
        <a:bodyPr/>
        <a:lstStyle/>
        <a:p>
          <a:endParaRPr lang="en-US"/>
        </a:p>
      </dgm:t>
    </dgm:pt>
    <dgm:pt modelId="{680A9CD0-64C4-4A68-960E-D45B64D19A26}" type="sibTrans" cxnId="{AD6F9287-13FD-479C-9B84-0B3FAF2E4882}">
      <dgm:prSet/>
      <dgm:spPr/>
      <dgm:t>
        <a:bodyPr/>
        <a:lstStyle/>
        <a:p>
          <a:endParaRPr lang="en-US"/>
        </a:p>
      </dgm:t>
    </dgm:pt>
    <dgm:pt modelId="{A6EB4D5D-792E-41AF-BB01-391AB3877339}">
      <dgm:prSet phldrT="[Text]"/>
      <dgm:spPr/>
      <dgm:t>
        <a:bodyPr/>
        <a:lstStyle/>
        <a:p>
          <a:r>
            <a:rPr lang="en-US" dirty="0"/>
            <a:t>app_employees.js</a:t>
          </a:r>
        </a:p>
      </dgm:t>
    </dgm:pt>
    <dgm:pt modelId="{E5DE86F3-9F97-4ACD-9187-450C5EC0F5F0}" type="parTrans" cxnId="{5A7C2A2F-97D0-4251-A7C6-B7132C57E1A7}">
      <dgm:prSet/>
      <dgm:spPr/>
      <dgm:t>
        <a:bodyPr/>
        <a:lstStyle/>
        <a:p>
          <a:endParaRPr lang="en-US"/>
        </a:p>
      </dgm:t>
    </dgm:pt>
    <dgm:pt modelId="{9455BB71-A388-4B3F-86BB-918664579D39}" type="sibTrans" cxnId="{5A7C2A2F-97D0-4251-A7C6-B7132C57E1A7}">
      <dgm:prSet/>
      <dgm:spPr/>
      <dgm:t>
        <a:bodyPr/>
        <a:lstStyle/>
        <a:p>
          <a:endParaRPr lang="en-US"/>
        </a:p>
      </dgm:t>
    </dgm:pt>
    <dgm:pt modelId="{8F5DC473-4E2B-49BF-BB7A-C7EBD01422B3}">
      <dgm:prSet phldrT="[Text]"/>
      <dgm:spPr/>
      <dgm:t>
        <a:bodyPr/>
        <a:lstStyle/>
        <a:p>
          <a:r>
            <a:rPr lang="en-US" dirty="0"/>
            <a:t>controlbar.html</a:t>
          </a:r>
        </a:p>
      </dgm:t>
    </dgm:pt>
    <dgm:pt modelId="{6887E62D-15BE-44D3-B432-05005E994504}" type="parTrans" cxnId="{D5056F4B-BDD0-43BF-83CC-3CA8C748F4FA}">
      <dgm:prSet/>
      <dgm:spPr/>
      <dgm:t>
        <a:bodyPr/>
        <a:lstStyle/>
        <a:p>
          <a:endParaRPr lang="en-US"/>
        </a:p>
      </dgm:t>
    </dgm:pt>
    <dgm:pt modelId="{1D01A188-5FC5-490B-B433-6A252A153125}" type="sibTrans" cxnId="{D5056F4B-BDD0-43BF-83CC-3CA8C748F4FA}">
      <dgm:prSet/>
      <dgm:spPr/>
      <dgm:t>
        <a:bodyPr/>
        <a:lstStyle/>
        <a:p>
          <a:endParaRPr lang="en-US"/>
        </a:p>
      </dgm:t>
    </dgm:pt>
    <dgm:pt modelId="{020253A4-8659-46FC-AE1F-CBEC91EE36AC}">
      <dgm:prSet phldrT="[Text]"/>
      <dgm:spPr/>
      <dgm:t>
        <a:bodyPr/>
        <a:lstStyle/>
        <a:p>
          <a:r>
            <a:rPr lang="en-US" dirty="0"/>
            <a:t>consolidatereportbar.html</a:t>
          </a:r>
        </a:p>
      </dgm:t>
    </dgm:pt>
    <dgm:pt modelId="{511A011D-6A29-47E0-93E0-A0715317CE30}" type="parTrans" cxnId="{67B53A78-9208-4182-B94B-17B5961EE6DD}">
      <dgm:prSet/>
      <dgm:spPr/>
      <dgm:t>
        <a:bodyPr/>
        <a:lstStyle/>
        <a:p>
          <a:endParaRPr lang="en-US"/>
        </a:p>
      </dgm:t>
    </dgm:pt>
    <dgm:pt modelId="{9EF46551-9DA7-4652-807E-0D8E7A6A4464}" type="sibTrans" cxnId="{67B53A78-9208-4182-B94B-17B5961EE6DD}">
      <dgm:prSet/>
      <dgm:spPr/>
      <dgm:t>
        <a:bodyPr/>
        <a:lstStyle/>
        <a:p>
          <a:endParaRPr lang="en-US"/>
        </a:p>
      </dgm:t>
    </dgm:pt>
    <dgm:pt modelId="{10D4A795-030B-4A13-BC83-E02CAFD682FD}">
      <dgm:prSet phldrT="[Text]"/>
      <dgm:spPr/>
      <dgm:t>
        <a:bodyPr/>
        <a:lstStyle/>
        <a:p>
          <a:r>
            <a:rPr lang="en-US" dirty="0"/>
            <a:t>modal.html</a:t>
          </a:r>
        </a:p>
      </dgm:t>
    </dgm:pt>
    <dgm:pt modelId="{C722E891-69AB-4B30-9DC8-043D9E87F26A}" type="parTrans" cxnId="{C7951C6F-21EA-402F-99FD-16894C8988F4}">
      <dgm:prSet/>
      <dgm:spPr/>
      <dgm:t>
        <a:bodyPr/>
        <a:lstStyle/>
        <a:p>
          <a:endParaRPr lang="en-US"/>
        </a:p>
      </dgm:t>
    </dgm:pt>
    <dgm:pt modelId="{27897A4B-FAD1-4566-885F-7E5BB2648426}" type="sibTrans" cxnId="{C7951C6F-21EA-402F-99FD-16894C8988F4}">
      <dgm:prSet/>
      <dgm:spPr/>
      <dgm:t>
        <a:bodyPr/>
        <a:lstStyle/>
        <a:p>
          <a:endParaRPr lang="en-US"/>
        </a:p>
      </dgm:t>
    </dgm:pt>
    <dgm:pt modelId="{A2E1A043-572E-4442-A6F9-D0F36FD86B86}" type="pres">
      <dgm:prSet presAssocID="{70BAC219-7894-4D87-98D5-1428F4F16D2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2529FD-736F-4BB7-BE4D-D7B89C879C24}" type="pres">
      <dgm:prSet presAssocID="{21CB9EB9-E993-4B94-B3B9-96D763B04D6A}" presName="composite" presStyleCnt="0"/>
      <dgm:spPr/>
    </dgm:pt>
    <dgm:pt modelId="{CD149EC8-DAA8-4344-9377-F3E88A634C21}" type="pres">
      <dgm:prSet presAssocID="{21CB9EB9-E993-4B94-B3B9-96D763B04D6A}" presName="parentText" presStyleLbl="align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FF5BC2-F805-4693-A661-15D049D7E8EA}" type="pres">
      <dgm:prSet presAssocID="{21CB9EB9-E993-4B94-B3B9-96D763B04D6A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9FD97D-3E6D-4001-AD8A-003733279841}" type="pres">
      <dgm:prSet presAssocID="{5B17D6AF-E087-4412-A0C6-302D438BC259}" presName="sp" presStyleCnt="0"/>
      <dgm:spPr/>
    </dgm:pt>
    <dgm:pt modelId="{9B17A901-A6AA-40F3-A6BF-C6A34EB617A3}" type="pres">
      <dgm:prSet presAssocID="{E1CADB21-F600-4957-B930-2E3D5508AD27}" presName="composite" presStyleCnt="0"/>
      <dgm:spPr/>
    </dgm:pt>
    <dgm:pt modelId="{E8714BD6-CA78-4C02-A10A-68910E69FC76}" type="pres">
      <dgm:prSet presAssocID="{E1CADB21-F600-4957-B930-2E3D5508AD27}" presName="parentText" presStyleLbl="align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8ACF6E-AB78-44FF-9F65-E8B304B83B69}" type="pres">
      <dgm:prSet presAssocID="{E1CADB21-F600-4957-B930-2E3D5508AD27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1991722-BCDA-4CED-9752-540B7393F78E}" type="presOf" srcId="{E1CADB21-F600-4957-B930-2E3D5508AD27}" destId="{E8714BD6-CA78-4C02-A10A-68910E69FC76}" srcOrd="0" destOrd="0" presId="urn:microsoft.com/office/officeart/2005/8/layout/chevron2"/>
    <dgm:cxn modelId="{AD6F9287-13FD-479C-9B84-0B3FAF2E4882}" srcId="{E1CADB21-F600-4957-B930-2E3D5508AD27}" destId="{0BFF2995-3ACB-426D-91D3-DE5132EC8182}" srcOrd="0" destOrd="0" parTransId="{C1FFC1F3-2A33-4153-90A0-B645D6155217}" sibTransId="{680A9CD0-64C4-4A68-960E-D45B64D19A26}"/>
    <dgm:cxn modelId="{D5056F4B-BDD0-43BF-83CC-3CA8C748F4FA}" srcId="{E1CADB21-F600-4957-B930-2E3D5508AD27}" destId="{8F5DC473-4E2B-49BF-BB7A-C7EBD01422B3}" srcOrd="2" destOrd="0" parTransId="{6887E62D-15BE-44D3-B432-05005E994504}" sibTransId="{1D01A188-5FC5-490B-B433-6A252A153125}"/>
    <dgm:cxn modelId="{D840A544-F52B-45AE-B282-4797D4CA2368}" srcId="{70BAC219-7894-4D87-98D5-1428F4F16D2A}" destId="{21CB9EB9-E993-4B94-B3B9-96D763B04D6A}" srcOrd="0" destOrd="0" parTransId="{72615ECE-BC19-40DA-AE80-31980312F2CE}" sibTransId="{5B17D6AF-E087-4412-A0C6-302D438BC259}"/>
    <dgm:cxn modelId="{44EA462C-8022-41D1-9EAA-B2C97F8B9C3F}" type="presOf" srcId="{A6EB4D5D-792E-41AF-BB01-391AB3877339}" destId="{168ACF6E-AB78-44FF-9F65-E8B304B83B69}" srcOrd="0" destOrd="1" presId="urn:microsoft.com/office/officeart/2005/8/layout/chevron2"/>
    <dgm:cxn modelId="{6E1A2905-4FF1-476A-B145-99B2BAAC1E86}" type="presOf" srcId="{8F5DC473-4E2B-49BF-BB7A-C7EBD01422B3}" destId="{168ACF6E-AB78-44FF-9F65-E8B304B83B69}" srcOrd="0" destOrd="2" presId="urn:microsoft.com/office/officeart/2005/8/layout/chevron2"/>
    <dgm:cxn modelId="{3679FD19-C416-4B3E-A504-82D5E4636AF2}" type="presOf" srcId="{49445BA9-F97C-4406-AD1D-410229BF33EC}" destId="{24FF5BC2-F805-4693-A661-15D049D7E8EA}" srcOrd="0" destOrd="1" presId="urn:microsoft.com/office/officeart/2005/8/layout/chevron2"/>
    <dgm:cxn modelId="{B54DA9A0-993E-4FC1-98DF-88A0F643C7FC}" srcId="{21CB9EB9-E993-4B94-B3B9-96D763B04D6A}" destId="{E3D838AE-194C-4053-9D80-25F6C39D4BA1}" srcOrd="0" destOrd="0" parTransId="{391DC52C-DA9F-468B-8A35-4BD010B8D9C8}" sibTransId="{289A64BF-BCC0-4C30-843E-70226B1EBA89}"/>
    <dgm:cxn modelId="{C7951C6F-21EA-402F-99FD-16894C8988F4}" srcId="{E1CADB21-F600-4957-B930-2E3D5508AD27}" destId="{10D4A795-030B-4A13-BC83-E02CAFD682FD}" srcOrd="4" destOrd="0" parTransId="{C722E891-69AB-4B30-9DC8-043D9E87F26A}" sibTransId="{27897A4B-FAD1-4566-885F-7E5BB2648426}"/>
    <dgm:cxn modelId="{E2554320-11DA-4D84-90BA-87A088431CA3}" srcId="{70BAC219-7894-4D87-98D5-1428F4F16D2A}" destId="{E1CADB21-F600-4957-B930-2E3D5508AD27}" srcOrd="1" destOrd="0" parTransId="{F42FB5DA-0924-47B6-87D6-70FC7DE7648F}" sibTransId="{98CF29C7-E72B-4775-8358-B69F54310E3B}"/>
    <dgm:cxn modelId="{941C6CAF-FF5B-46A2-947D-456EA630EB89}" type="presOf" srcId="{21CB9EB9-E993-4B94-B3B9-96D763B04D6A}" destId="{CD149EC8-DAA8-4344-9377-F3E88A634C21}" srcOrd="0" destOrd="0" presId="urn:microsoft.com/office/officeart/2005/8/layout/chevron2"/>
    <dgm:cxn modelId="{67B53A78-9208-4182-B94B-17B5961EE6DD}" srcId="{E1CADB21-F600-4957-B930-2E3D5508AD27}" destId="{020253A4-8659-46FC-AE1F-CBEC91EE36AC}" srcOrd="3" destOrd="0" parTransId="{511A011D-6A29-47E0-93E0-A0715317CE30}" sibTransId="{9EF46551-9DA7-4652-807E-0D8E7A6A4464}"/>
    <dgm:cxn modelId="{77819AD3-1C0A-492A-9758-8A624265C462}" type="presOf" srcId="{70BAC219-7894-4D87-98D5-1428F4F16D2A}" destId="{A2E1A043-572E-4442-A6F9-D0F36FD86B86}" srcOrd="0" destOrd="0" presId="urn:microsoft.com/office/officeart/2005/8/layout/chevron2"/>
    <dgm:cxn modelId="{37D19BC4-872E-4A46-8F10-99136E4EDD98}" type="presOf" srcId="{E3D838AE-194C-4053-9D80-25F6C39D4BA1}" destId="{24FF5BC2-F805-4693-A661-15D049D7E8EA}" srcOrd="0" destOrd="0" presId="urn:microsoft.com/office/officeart/2005/8/layout/chevron2"/>
    <dgm:cxn modelId="{C39C7331-1BD9-4747-8C42-6B74F6410C0D}" type="presOf" srcId="{020253A4-8659-46FC-AE1F-CBEC91EE36AC}" destId="{168ACF6E-AB78-44FF-9F65-E8B304B83B69}" srcOrd="0" destOrd="3" presId="urn:microsoft.com/office/officeart/2005/8/layout/chevron2"/>
    <dgm:cxn modelId="{54F00BCD-B90D-4E14-BBC2-F13E8A5BBAD5}" type="presOf" srcId="{0BFF2995-3ACB-426D-91D3-DE5132EC8182}" destId="{168ACF6E-AB78-44FF-9F65-E8B304B83B69}" srcOrd="0" destOrd="0" presId="urn:microsoft.com/office/officeart/2005/8/layout/chevron2"/>
    <dgm:cxn modelId="{5A7C2A2F-97D0-4251-A7C6-B7132C57E1A7}" srcId="{E1CADB21-F600-4957-B930-2E3D5508AD27}" destId="{A6EB4D5D-792E-41AF-BB01-391AB3877339}" srcOrd="1" destOrd="0" parTransId="{E5DE86F3-9F97-4ACD-9187-450C5EC0F5F0}" sibTransId="{9455BB71-A388-4B3F-86BB-918664579D39}"/>
    <dgm:cxn modelId="{783FFF0C-4F01-43BC-A420-C795B7793E41}" srcId="{21CB9EB9-E993-4B94-B3B9-96D763B04D6A}" destId="{49445BA9-F97C-4406-AD1D-410229BF33EC}" srcOrd="1" destOrd="0" parTransId="{66F69DB3-5F55-44C6-A43F-19BB7DFE0C54}" sibTransId="{254A4DDA-A392-41C7-AA43-ADE87B770212}"/>
    <dgm:cxn modelId="{FC017DC1-821B-499B-88B5-0967FE1FE78A}" type="presOf" srcId="{10D4A795-030B-4A13-BC83-E02CAFD682FD}" destId="{168ACF6E-AB78-44FF-9F65-E8B304B83B69}" srcOrd="0" destOrd="4" presId="urn:microsoft.com/office/officeart/2005/8/layout/chevron2"/>
    <dgm:cxn modelId="{E70EB6A1-4F7F-43E3-ABD0-CBFE3D3AA01D}" type="presParOf" srcId="{A2E1A043-572E-4442-A6F9-D0F36FD86B86}" destId="{EC2529FD-736F-4BB7-BE4D-D7B89C879C24}" srcOrd="0" destOrd="0" presId="urn:microsoft.com/office/officeart/2005/8/layout/chevron2"/>
    <dgm:cxn modelId="{E134F0C0-9613-40BA-9992-4F3139111AE3}" type="presParOf" srcId="{EC2529FD-736F-4BB7-BE4D-D7B89C879C24}" destId="{CD149EC8-DAA8-4344-9377-F3E88A634C21}" srcOrd="0" destOrd="0" presId="urn:microsoft.com/office/officeart/2005/8/layout/chevron2"/>
    <dgm:cxn modelId="{B4A8E4D2-714B-4C54-A1F5-F9E893BA0C9A}" type="presParOf" srcId="{EC2529FD-736F-4BB7-BE4D-D7B89C879C24}" destId="{24FF5BC2-F805-4693-A661-15D049D7E8EA}" srcOrd="1" destOrd="0" presId="urn:microsoft.com/office/officeart/2005/8/layout/chevron2"/>
    <dgm:cxn modelId="{22150DF1-B004-4354-BE77-5C43F9609FCD}" type="presParOf" srcId="{A2E1A043-572E-4442-A6F9-D0F36FD86B86}" destId="{9E9FD97D-3E6D-4001-AD8A-003733279841}" srcOrd="1" destOrd="0" presId="urn:microsoft.com/office/officeart/2005/8/layout/chevron2"/>
    <dgm:cxn modelId="{3CEEFB69-A01C-4E7C-9395-A213A7CF15B2}" type="presParOf" srcId="{A2E1A043-572E-4442-A6F9-D0F36FD86B86}" destId="{9B17A901-A6AA-40F3-A6BF-C6A34EB617A3}" srcOrd="2" destOrd="0" presId="urn:microsoft.com/office/officeart/2005/8/layout/chevron2"/>
    <dgm:cxn modelId="{33CE548C-2661-4284-88B4-ACC7FB443832}" type="presParOf" srcId="{9B17A901-A6AA-40F3-A6BF-C6A34EB617A3}" destId="{E8714BD6-CA78-4C02-A10A-68910E69FC76}" srcOrd="0" destOrd="0" presId="urn:microsoft.com/office/officeart/2005/8/layout/chevron2"/>
    <dgm:cxn modelId="{72706E2A-538B-4DE9-8D9D-201DF944C67A}" type="presParOf" srcId="{9B17A901-A6AA-40F3-A6BF-C6A34EB617A3}" destId="{168ACF6E-AB78-44FF-9F65-E8B304B83B6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49EC8-DAA8-4344-9377-F3E88A634C21}">
      <dsp:nvSpPr>
        <dsp:cNvPr id="0" name=""/>
        <dsp:cNvSpPr/>
      </dsp:nvSpPr>
      <dsp:spPr>
        <a:xfrm rot="5400000">
          <a:off x="-427037" y="430174"/>
          <a:ext cx="2846916" cy="19928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head</a:t>
          </a:r>
        </a:p>
      </dsp:txBody>
      <dsp:txXfrm rot="-5400000">
        <a:off x="1" y="999558"/>
        <a:ext cx="1992841" cy="854075"/>
      </dsp:txXfrm>
    </dsp:sp>
    <dsp:sp modelId="{24FF5BC2-F805-4693-A661-15D049D7E8EA}">
      <dsp:nvSpPr>
        <dsp:cNvPr id="0" name=""/>
        <dsp:cNvSpPr/>
      </dsp:nvSpPr>
      <dsp:spPr>
        <a:xfrm rot="5400000">
          <a:off x="4135172" y="-2139193"/>
          <a:ext cx="1850495" cy="61351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loader.html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legacyinnerheadercontent.html</a:t>
          </a:r>
        </a:p>
      </dsp:txBody>
      <dsp:txXfrm rot="-5400000">
        <a:off x="1992841" y="93472"/>
        <a:ext cx="6044824" cy="1669827"/>
      </dsp:txXfrm>
    </dsp:sp>
    <dsp:sp modelId="{E8714BD6-CA78-4C02-A10A-68910E69FC76}">
      <dsp:nvSpPr>
        <dsp:cNvPr id="0" name=""/>
        <dsp:cNvSpPr/>
      </dsp:nvSpPr>
      <dsp:spPr>
        <a:xfrm rot="5400000">
          <a:off x="-427037" y="2995650"/>
          <a:ext cx="2846916" cy="19928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body</a:t>
          </a:r>
        </a:p>
      </dsp:txBody>
      <dsp:txXfrm rot="-5400000">
        <a:off x="1" y="3565034"/>
        <a:ext cx="1992841" cy="854075"/>
      </dsp:txXfrm>
    </dsp:sp>
    <dsp:sp modelId="{168ACF6E-AB78-44FF-9F65-E8B304B83B69}">
      <dsp:nvSpPr>
        <dsp:cNvPr id="0" name=""/>
        <dsp:cNvSpPr/>
      </dsp:nvSpPr>
      <dsp:spPr>
        <a:xfrm rot="5400000">
          <a:off x="4135172" y="426281"/>
          <a:ext cx="1850495" cy="61351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slidebar.html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app_employees.js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controlbar.html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consolidatereportbar.html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modal.html</a:t>
          </a:r>
        </a:p>
      </dsp:txBody>
      <dsp:txXfrm rot="-5400000">
        <a:off x="1992841" y="2658946"/>
        <a:ext cx="6044824" cy="1669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C6A84-BDFF-4FD6-980C-066691DC1CD4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1C724-E5C5-444C-B1DD-B44035FC02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7918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0027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79968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4361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91536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4713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86203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7485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5947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47897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9173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0789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5598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7141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4476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6471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14524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1516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6479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32858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1C724-E5C5-444C-B1DD-B44035FC02C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328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34D66D-ED69-4EB7-98FA-7A0E942B8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82AE7B-C259-4431-A1BE-8A1893261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12A743-7343-4C55-9667-86F37694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C8884A-39E4-4473-A4AA-4AE71D38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1FD678-2885-4C02-8F5B-1312A1B7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147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4AC4FD-5662-46E7-B447-E372E5DB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CF6D2E-8547-4079-8E18-F8101ED2B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F5AAC8-B4DD-429B-BA26-0D034BD6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B372FA0-F521-4165-9F81-000A1AF8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6D979A-FCFA-43B9-A541-53E84BFD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550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1AD36E-1DCE-4DD0-A784-F2D19772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6A50A35-4DC5-4BD6-BBA8-42DEB93A4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5EACF9-72AD-4B20-86C6-74BC7FE9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8784F5-D5EC-4CC7-8ABB-E19A7BE6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951C50-3113-4B4A-9B85-8DA4ACEE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649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D312D4-D198-49E9-A8F9-2FF98233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57BEEA-0FE4-4EC0-AA6A-61982010E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187E1F2-9BCA-4FB0-B976-BDB2CECDB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773B39D-995D-4372-8706-D3C0B23C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1291F19-A4DA-421D-ACCE-C73E9B8C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4F0FC9-5E8B-4C98-9BD9-0D924AE7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564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70D6E7-22BE-4730-A7C8-491E4D72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2745B8-A554-4E3B-839D-CB29AD56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7E5EC9B-758D-4AE4-B527-7F7B93039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CBC9592-2F51-473C-8277-8C0B9F96A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F079B47-8D0E-4250-B955-177251829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52ECB43-7E56-48AF-B090-CC593B34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61BD0BC-51B4-4B5D-B1EE-71D6FED9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1204AF0-6258-4ACC-9B47-6FF0D8E19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824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EDA2BF-3674-49F4-8C79-C6317B1C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DEDA89-C8DE-4A5A-A92B-01785696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078C5D8-8715-4CF3-90B5-94066945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75BF97D-4436-44F5-A389-0E1935CA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050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FA97BFB-5527-4DB2-8574-5DCC2E90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8D8B7F4-5D3B-4314-81BA-910EB0BD1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0E5F93-E384-46BF-8D1E-C855A4E7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8538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2314E8-D617-43DD-ADED-2E75F580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EC0461-D0C1-4C83-8A88-78DF9C72B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2F82FF4-1234-4B1A-9BCE-AEEBD8082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AE5C4B1-2F36-4EC7-A8E2-43908B9C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32FE2-68FD-4CF6-A6F3-030D9C2E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061F40-41C6-48F0-ADB3-5982D2E9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165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019110-A8FC-4846-8285-C6304AB7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86A2364-2511-4F6B-A97C-3068C4A60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DDC997D-0E50-42A6-B3FA-00F62EEF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3250EE-46A2-4866-9278-802850A5D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0DD148C-6BCB-4553-BBD2-78EC8363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79D680-B429-4F85-A088-70A59D3F4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6627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B85DA8-0275-4C63-985A-174A3435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EAB8B23-8090-4A12-86D3-B9EDF6F48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C193C8-5C2E-4659-B070-A6886AEB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F734C1-DAC5-435C-A9B6-6D8779F9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1924C80-FD6A-4E5E-9B1D-65965186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7971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D317288-ACC5-41CA-BBF2-90B7CEC7B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1D7981F-D06A-4613-964B-24231B3C0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E589BE-567F-4FB1-B101-D0116026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DEF0E6-CCC8-4D6F-9E7D-8BD743C3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D9CDD4-AD74-4F31-9AED-BDDD5C1A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090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F57D8F6-D378-45C9-A3A8-6760208A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80882A6-1DDD-4F65-9B54-0789B2B57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A6A941-852C-453A-9206-C7B5B98C0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3B776-C16B-4469-B0ED-CCEAEE96B0B8}" type="datetimeFigureOut">
              <a:rPr lang="en-US" smtClean="0"/>
              <a:pPr/>
              <a:t>8/25/2022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C0E3E8-2355-4001-90F8-F147971BA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09F29FF-F126-4BC5-9FF5-17D659B0A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42E5-02A2-4069-82F6-F89FB14323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414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2149AC-B495-46FA-9B26-0A5FCAC12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266" y="367646"/>
            <a:ext cx="9150284" cy="631596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Module </a:t>
            </a:r>
            <a:r>
              <a:rPr lang="en-US" sz="2800" b="1" dirty="0" err="1">
                <a:solidFill>
                  <a:schemeClr val="accent1"/>
                </a:solidFill>
              </a:rPr>
              <a:t>ejs</a:t>
            </a:r>
            <a:r>
              <a:rPr lang="en-US" sz="2800" b="1" dirty="0">
                <a:solidFill>
                  <a:schemeClr val="accent1"/>
                </a:solidFill>
              </a:rPr>
              <a:t> structure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xmlns="" id="{7511F52C-FEBE-4DF0-805D-D3E9C9020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283669157"/>
              </p:ext>
            </p:extLst>
          </p:nvPr>
        </p:nvGraphicFramePr>
        <p:xfrm>
          <a:off x="1994293" y="133240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219937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BFCF20D5-1FC1-4B71-8DC0-5EE0D70E8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335" y="30103"/>
            <a:ext cx="9120467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View Structure and Page Operations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F511B02C-F2AE-4C8F-A28B-8ABF18296A80}"/>
              </a:ext>
            </a:extLst>
          </p:cNvPr>
          <p:cNvSpPr/>
          <p:nvPr/>
        </p:nvSpPr>
        <p:spPr>
          <a:xfrm>
            <a:off x="175962" y="516491"/>
            <a:ext cx="1907361" cy="602925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View/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xmlns="" id="{88B5D254-9C75-4512-B830-2F9181E893A4}"/>
              </a:ext>
            </a:extLst>
          </p:cNvPr>
          <p:cNvSpPr/>
          <p:nvPr/>
        </p:nvSpPr>
        <p:spPr>
          <a:xfrm>
            <a:off x="1371505" y="1352781"/>
            <a:ext cx="1619840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Module/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xmlns="" id="{BCD456FF-53A3-4C59-B207-0902D5B40FEB}"/>
              </a:ext>
            </a:extLst>
          </p:cNvPr>
          <p:cNvSpPr/>
          <p:nvPr/>
        </p:nvSpPr>
        <p:spPr>
          <a:xfrm>
            <a:off x="3751773" y="1338641"/>
            <a:ext cx="1762814" cy="442273"/>
          </a:xfrm>
          <a:prstGeom prst="round2Diag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module.ejs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8593516" y="80128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Page Load Operations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D21ABA2D-8634-409F-863E-CF6F97C36614}"/>
              </a:ext>
            </a:extLst>
          </p:cNvPr>
          <p:cNvSpPr/>
          <p:nvPr/>
        </p:nvSpPr>
        <p:spPr>
          <a:xfrm>
            <a:off x="8659505" y="761996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Range Operations</a:t>
            </a:r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xmlns="" id="{430E3791-527C-48B9-9753-F05936B887FA}"/>
              </a:ext>
            </a:extLst>
          </p:cNvPr>
          <p:cNvSpPr/>
          <p:nvPr/>
        </p:nvSpPr>
        <p:spPr>
          <a:xfrm>
            <a:off x="8659505" y="1618260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 and Pagination Operations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xmlns="" id="{A9B9BD2A-38B3-4F6F-BA0E-18EE2C0AD9F6}"/>
              </a:ext>
            </a:extLst>
          </p:cNvPr>
          <p:cNvSpPr/>
          <p:nvPr/>
        </p:nvSpPr>
        <p:spPr>
          <a:xfrm>
            <a:off x="8668931" y="2469035"/>
            <a:ext cx="2281287" cy="339363"/>
          </a:xfrm>
          <a:prstGeom prst="flowChartAlternateProcess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Oldest and newest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xmlns="" id="{69F7F67D-12D4-4912-B43C-9171C008FD41}"/>
              </a:ext>
            </a:extLst>
          </p:cNvPr>
          <p:cNvSpPr/>
          <p:nvPr/>
        </p:nvSpPr>
        <p:spPr>
          <a:xfrm>
            <a:off x="8678358" y="3044755"/>
            <a:ext cx="2281287" cy="33936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 column sort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8FF6D143-C402-47C3-A1D5-2EDE40FA271F}"/>
              </a:ext>
            </a:extLst>
          </p:cNvPr>
          <p:cNvSpPr/>
          <p:nvPr/>
        </p:nvSpPr>
        <p:spPr>
          <a:xfrm>
            <a:off x="8668932" y="3583310"/>
            <a:ext cx="2281287" cy="33936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 Pagesize</a:t>
            </a:r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xmlns="" id="{B9A31A6D-70F7-455A-BB37-FF19A61D4275}"/>
              </a:ext>
            </a:extLst>
          </p:cNvPr>
          <p:cNvSpPr/>
          <p:nvPr/>
        </p:nvSpPr>
        <p:spPr>
          <a:xfrm>
            <a:off x="8678358" y="4064521"/>
            <a:ext cx="2281287" cy="576601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 and Prev pagination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857D7891-FECA-4BD8-B832-B7FA0CA024D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129643" y="1555459"/>
            <a:ext cx="2418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BCC35F53-F48F-4013-A16A-3DC815FCD34C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>
            <a:off x="2991345" y="1555459"/>
            <a:ext cx="760428" cy="4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xmlns="" id="{F683E9B3-336D-4FDB-8D57-46981E16F1AE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10940792" y="1886925"/>
            <a:ext cx="1119431" cy="246589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2FE2F196-DA15-4977-AB5F-5B7C5764A1AE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0950218" y="2638717"/>
            <a:ext cx="1110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74F69DAE-A65A-4BAC-A012-7771FFF4CC84}"/>
              </a:ext>
            </a:extLst>
          </p:cNvPr>
          <p:cNvCxnSpPr>
            <a:stCxn id="38" idx="3"/>
          </p:cNvCxnSpPr>
          <p:nvPr/>
        </p:nvCxnSpPr>
        <p:spPr>
          <a:xfrm flipV="1">
            <a:off x="10959645" y="3214436"/>
            <a:ext cx="11005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C4D7D172-3605-4348-A092-FD46941A0F27}"/>
              </a:ext>
            </a:extLst>
          </p:cNvPr>
          <p:cNvCxnSpPr>
            <a:stCxn id="39" idx="3"/>
          </p:cNvCxnSpPr>
          <p:nvPr/>
        </p:nvCxnSpPr>
        <p:spPr>
          <a:xfrm flipV="1">
            <a:off x="10950219" y="3752991"/>
            <a:ext cx="11005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62FE6509-E284-4447-B70D-E30A09381AE3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10959645" y="4352821"/>
            <a:ext cx="10911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xmlns="" id="{D9A55B71-9848-4614-90B0-FAEEC9D403AA}"/>
              </a:ext>
            </a:extLst>
          </p:cNvPr>
          <p:cNvSpPr/>
          <p:nvPr/>
        </p:nvSpPr>
        <p:spPr>
          <a:xfrm>
            <a:off x="8678358" y="4855810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Operation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xmlns="" id="{EB14A367-D723-4F58-95DC-7AAB36D95A30}"/>
              </a:ext>
            </a:extLst>
          </p:cNvPr>
          <p:cNvSpPr/>
          <p:nvPr/>
        </p:nvSpPr>
        <p:spPr>
          <a:xfrm>
            <a:off x="8668932" y="5946740"/>
            <a:ext cx="2469822" cy="68344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MultiSelect Filter and Multi Column Filter</a:t>
            </a:r>
          </a:p>
        </p:txBody>
      </p:sp>
      <p:sp>
        <p:nvSpPr>
          <p:cNvPr id="64" name="Flowchart: Alternate Process 63">
            <a:extLst>
              <a:ext uri="{FF2B5EF4-FFF2-40B4-BE49-F238E27FC236}">
                <a16:creationId xmlns:a16="http://schemas.microsoft.com/office/drawing/2014/main" xmlns="" id="{CC5F9A79-9F58-4DCE-A1CF-BA429CDA4FA0}"/>
              </a:ext>
            </a:extLst>
          </p:cNvPr>
          <p:cNvSpPr/>
          <p:nvPr/>
        </p:nvSpPr>
        <p:spPr>
          <a:xfrm>
            <a:off x="6026727" y="6220923"/>
            <a:ext cx="2248293" cy="518475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Consolidated Filter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xmlns="" id="{20E89FA2-8C70-45EE-9CB7-82B282F5ADBC}"/>
              </a:ext>
            </a:extLst>
          </p:cNvPr>
          <p:cNvSpPr/>
          <p:nvPr/>
        </p:nvSpPr>
        <p:spPr>
          <a:xfrm>
            <a:off x="8706637" y="5386750"/>
            <a:ext cx="2356703" cy="450791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Search fields render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xmlns="" id="{47F96BEB-BD04-4B04-B8F4-A2429730C088}"/>
              </a:ext>
            </a:extLst>
          </p:cNvPr>
          <p:cNvCxnSpPr>
            <a:stCxn id="61" idx="3"/>
            <a:endCxn id="65" idx="3"/>
          </p:cNvCxnSpPr>
          <p:nvPr/>
        </p:nvCxnSpPr>
        <p:spPr>
          <a:xfrm>
            <a:off x="10959645" y="5025492"/>
            <a:ext cx="103695" cy="586654"/>
          </a:xfrm>
          <a:prstGeom prst="bentConnector3">
            <a:avLst>
              <a:gd name="adj1" fmla="val 3204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xmlns="" id="{67EDAF4D-D711-417B-8352-966ACF019B35}"/>
              </a:ext>
            </a:extLst>
          </p:cNvPr>
          <p:cNvCxnSpPr>
            <a:stCxn id="65" idx="1"/>
            <a:endCxn id="64" idx="0"/>
          </p:cNvCxnSpPr>
          <p:nvPr/>
        </p:nvCxnSpPr>
        <p:spPr>
          <a:xfrm rot="10800000" flipV="1">
            <a:off x="7150875" y="5612145"/>
            <a:ext cx="1555763" cy="60877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xmlns="" id="{CB341FB2-FBF5-4E71-A92C-AB7510AFB96E}"/>
              </a:ext>
            </a:extLst>
          </p:cNvPr>
          <p:cNvCxnSpPr>
            <a:stCxn id="65" idx="1"/>
            <a:endCxn id="63" idx="1"/>
          </p:cNvCxnSpPr>
          <p:nvPr/>
        </p:nvCxnSpPr>
        <p:spPr>
          <a:xfrm rot="10800000" flipV="1">
            <a:off x="8668933" y="5612146"/>
            <a:ext cx="37705" cy="676316"/>
          </a:xfrm>
          <a:prstGeom prst="bentConnector3">
            <a:avLst>
              <a:gd name="adj1" fmla="val 7062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xmlns="" id="{492E1F4C-6519-46DF-84F3-6EEC4E32AA73}"/>
              </a:ext>
            </a:extLst>
          </p:cNvPr>
          <p:cNvSpPr/>
          <p:nvPr/>
        </p:nvSpPr>
        <p:spPr>
          <a:xfrm>
            <a:off x="333179" y="1991502"/>
            <a:ext cx="5316332" cy="47558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xmlns="" id="{7446F7AC-A2CE-4A10-8298-CE5BF993545C}"/>
              </a:ext>
            </a:extLst>
          </p:cNvPr>
          <p:cNvSpPr/>
          <p:nvPr/>
        </p:nvSpPr>
        <p:spPr>
          <a:xfrm>
            <a:off x="3133876" y="2926987"/>
            <a:ext cx="2146411" cy="567444"/>
          </a:xfrm>
          <a:prstGeom prst="round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[has rows and count of </a:t>
            </a:r>
            <a:r>
              <a:rPr lang="en-US" sz="1600" dirty="0" err="1"/>
              <a:t>resultset</a:t>
            </a:r>
            <a:r>
              <a:rPr lang="en-US" sz="1600" dirty="0"/>
              <a:t> from </a:t>
            </a:r>
            <a:r>
              <a:rPr lang="en-US" sz="1600" dirty="0" err="1"/>
              <a:t>api</a:t>
            </a:r>
            <a:r>
              <a:rPr lang="en-US" sz="1600" dirty="0"/>
              <a:t>]</a:t>
            </a:r>
          </a:p>
        </p:txBody>
      </p:sp>
      <p:sp>
        <p:nvSpPr>
          <p:cNvPr id="57" name="Scroll: Vertical 56">
            <a:extLst>
              <a:ext uri="{FF2B5EF4-FFF2-40B4-BE49-F238E27FC236}">
                <a16:creationId xmlns:a16="http://schemas.microsoft.com/office/drawing/2014/main" xmlns="" id="{2F913D32-5D71-4D01-82B1-CC143DAAC3A7}"/>
              </a:ext>
            </a:extLst>
          </p:cNvPr>
          <p:cNvSpPr/>
          <p:nvPr/>
        </p:nvSpPr>
        <p:spPr>
          <a:xfrm>
            <a:off x="679083" y="3732930"/>
            <a:ext cx="1921594" cy="25016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app_module.js</a:t>
            </a:r>
            <a:r>
              <a:rPr lang="en-US" dirty="0"/>
              <a:t>)</a:t>
            </a:r>
          </a:p>
        </p:txBody>
      </p:sp>
      <p:sp>
        <p:nvSpPr>
          <p:cNvPr id="58" name="Double Brace 57">
            <a:extLst>
              <a:ext uri="{FF2B5EF4-FFF2-40B4-BE49-F238E27FC236}">
                <a16:creationId xmlns:a16="http://schemas.microsoft.com/office/drawing/2014/main" xmlns="" id="{926AE270-CA6A-4E45-835D-D90CB17C53BB}"/>
              </a:ext>
            </a:extLst>
          </p:cNvPr>
          <p:cNvSpPr/>
          <p:nvPr/>
        </p:nvSpPr>
        <p:spPr>
          <a:xfrm>
            <a:off x="378222" y="4127891"/>
            <a:ext cx="2537682" cy="761602"/>
          </a:xfrm>
          <a:prstGeom prst="bracePair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htmlpopulate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 err="1"/>
              <a:t>htmlpopulatetable</a:t>
            </a:r>
            <a:endParaRPr lang="en-US" sz="1400" dirty="0"/>
          </a:p>
          <a:p>
            <a:pPr algn="ctr"/>
            <a:r>
              <a:rPr lang="en-US" sz="1400" dirty="0"/>
              <a:t>(argument)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xmlns="" id="{7E65B8B2-45A4-4E6E-9783-32BA13EC9369}"/>
              </a:ext>
            </a:extLst>
          </p:cNvPr>
          <p:cNvSpPr/>
          <p:nvPr/>
        </p:nvSpPr>
        <p:spPr>
          <a:xfrm>
            <a:off x="3213517" y="3980819"/>
            <a:ext cx="1974767" cy="887872"/>
          </a:xfrm>
          <a:prstGeom prst="round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[transform data from  above promise function </a:t>
            </a:r>
            <a:r>
              <a:rPr lang="en-US" sz="1400" dirty="0" err="1"/>
              <a:t>obj</a:t>
            </a:r>
            <a:r>
              <a:rPr lang="en-US" sz="1400" dirty="0"/>
              <a:t> "rows" to render html table]</a:t>
            </a:r>
          </a:p>
        </p:txBody>
      </p:sp>
      <p:sp>
        <p:nvSpPr>
          <p:cNvPr id="60" name="Scroll: Vertical 59">
            <a:extLst>
              <a:ext uri="{FF2B5EF4-FFF2-40B4-BE49-F238E27FC236}">
                <a16:creationId xmlns:a16="http://schemas.microsoft.com/office/drawing/2014/main" xmlns="" id="{DD08CC98-38BF-484E-AAC4-A263BCD0EFA0}"/>
              </a:ext>
            </a:extLst>
          </p:cNvPr>
          <p:cNvSpPr/>
          <p:nvPr/>
        </p:nvSpPr>
        <p:spPr>
          <a:xfrm>
            <a:off x="611908" y="4978687"/>
            <a:ext cx="2047086" cy="257470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htmlPopulate.js</a:t>
            </a:r>
            <a:r>
              <a:rPr lang="en-US" dirty="0"/>
              <a:t>)</a:t>
            </a:r>
          </a:p>
        </p:txBody>
      </p:sp>
      <p:sp>
        <p:nvSpPr>
          <p:cNvPr id="62" name="Double Brace 61">
            <a:extLst>
              <a:ext uri="{FF2B5EF4-FFF2-40B4-BE49-F238E27FC236}">
                <a16:creationId xmlns:a16="http://schemas.microsoft.com/office/drawing/2014/main" xmlns="" id="{E345FD7B-BE72-43CC-8C7C-9DF68820FDCE}"/>
              </a:ext>
            </a:extLst>
          </p:cNvPr>
          <p:cNvSpPr/>
          <p:nvPr/>
        </p:nvSpPr>
        <p:spPr>
          <a:xfrm>
            <a:off x="378222" y="5475280"/>
            <a:ext cx="2636186" cy="684765"/>
          </a:xfrm>
          <a:prstGeom prst="bracePair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basepagination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 err="1"/>
              <a:t>bootpagination</a:t>
            </a:r>
            <a:r>
              <a:rPr lang="en-US" sz="1400" dirty="0"/>
              <a:t>(argument)</a:t>
            </a:r>
          </a:p>
          <a:p>
            <a:pPr algn="ctr"/>
            <a:endParaRPr lang="en-US" sz="1400" dirty="0" err="1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xmlns="" id="{68837CCC-728D-42EE-B990-B47CBBBCB6EB}"/>
              </a:ext>
            </a:extLst>
          </p:cNvPr>
          <p:cNvSpPr/>
          <p:nvPr/>
        </p:nvSpPr>
        <p:spPr>
          <a:xfrm>
            <a:off x="3099186" y="5218656"/>
            <a:ext cx="2494472" cy="1198012"/>
          </a:xfrm>
          <a:prstGeom prst="round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[set the pagination configuration for table pagination </a:t>
            </a:r>
          </a:p>
          <a:p>
            <a:pPr algn="ctr"/>
            <a:r>
              <a:rPr lang="en-US" sz="1400" dirty="0"/>
              <a:t>from  above promise function </a:t>
            </a:r>
            <a:r>
              <a:rPr lang="en-US" sz="1400" dirty="0" err="1"/>
              <a:t>obj"count</a:t>
            </a:r>
            <a:r>
              <a:rPr lang="en-US" sz="1400" dirty="0"/>
              <a:t>"]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xmlns="" id="{81E7AAA3-C320-4B9B-86A8-75C9529977EE}"/>
              </a:ext>
            </a:extLst>
          </p:cNvPr>
          <p:cNvSpPr/>
          <p:nvPr/>
        </p:nvSpPr>
        <p:spPr>
          <a:xfrm>
            <a:off x="1114162" y="2079340"/>
            <a:ext cx="3511808" cy="2748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Scroll: Vertical 67">
            <a:extLst>
              <a:ext uri="{FF2B5EF4-FFF2-40B4-BE49-F238E27FC236}">
                <a16:creationId xmlns:a16="http://schemas.microsoft.com/office/drawing/2014/main" xmlns="" id="{E61BF07A-1BF2-41E0-A439-E292559823D3}"/>
              </a:ext>
            </a:extLst>
          </p:cNvPr>
          <p:cNvSpPr/>
          <p:nvPr/>
        </p:nvSpPr>
        <p:spPr>
          <a:xfrm>
            <a:off x="679083" y="6272275"/>
            <a:ext cx="1792187" cy="319494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htmlPopulate.js</a:t>
            </a:r>
            <a:r>
              <a:rPr lang="en-US" dirty="0"/>
              <a:t>)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xmlns="" id="{7AFCEAF8-615B-47FC-965C-79BD1295766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129643" y="1119416"/>
            <a:ext cx="0" cy="438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xmlns="" id="{26E6C0D9-B023-4DC7-909D-4844DD1CC32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514587" y="249810"/>
            <a:ext cx="3007244" cy="130996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xmlns="" id="{6EF15184-86E0-4DF3-B467-0CA35CAFCAD3}"/>
              </a:ext>
            </a:extLst>
          </p:cNvPr>
          <p:cNvCxnSpPr>
            <a:cxnSpLocks/>
            <a:stCxn id="8" idx="0"/>
            <a:endCxn id="61" idx="1"/>
          </p:cNvCxnSpPr>
          <p:nvPr/>
        </p:nvCxnSpPr>
        <p:spPr>
          <a:xfrm>
            <a:off x="5514587" y="1559778"/>
            <a:ext cx="3163771" cy="3465714"/>
          </a:xfrm>
          <a:prstGeom prst="bentConnector3">
            <a:avLst>
              <a:gd name="adj1" fmla="val 473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Double Brace 124">
            <a:extLst>
              <a:ext uri="{FF2B5EF4-FFF2-40B4-BE49-F238E27FC236}">
                <a16:creationId xmlns:a16="http://schemas.microsoft.com/office/drawing/2014/main" xmlns="" id="{5DDA9023-A151-4DA4-9D0D-47CED51893FF}"/>
              </a:ext>
            </a:extLst>
          </p:cNvPr>
          <p:cNvSpPr/>
          <p:nvPr/>
        </p:nvSpPr>
        <p:spPr>
          <a:xfrm>
            <a:off x="363347" y="2895565"/>
            <a:ext cx="2620019" cy="733332"/>
          </a:xfrm>
          <a:prstGeom prst="bracePair">
            <a:avLst>
              <a:gd name="adj" fmla="val 25000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basefunction</a:t>
            </a:r>
            <a:r>
              <a:rPr lang="en-US" sz="1400" dirty="0"/>
              <a:t>().</a:t>
            </a:r>
          </a:p>
          <a:p>
            <a:pPr algn="ctr"/>
            <a:r>
              <a:rPr lang="en-US" sz="1400" dirty="0" err="1"/>
              <a:t>getpaginatesearchtype</a:t>
            </a:r>
            <a:endParaRPr lang="en-US" sz="1400" dirty="0"/>
          </a:p>
          <a:p>
            <a:pPr algn="ctr"/>
            <a:r>
              <a:rPr lang="en-US" sz="1400" dirty="0"/>
              <a:t>(base)</a:t>
            </a:r>
          </a:p>
        </p:txBody>
      </p:sp>
      <p:sp>
        <p:nvSpPr>
          <p:cNvPr id="41" name="Double Brace 40">
            <a:extLst>
              <a:ext uri="{FF2B5EF4-FFF2-40B4-BE49-F238E27FC236}">
                <a16:creationId xmlns:a16="http://schemas.microsoft.com/office/drawing/2014/main" xmlns="" id="{D65156F6-1289-4D29-AA53-B4868EA3348F}"/>
              </a:ext>
            </a:extLst>
          </p:cNvPr>
          <p:cNvSpPr/>
          <p:nvPr/>
        </p:nvSpPr>
        <p:spPr>
          <a:xfrm>
            <a:off x="536073" y="2416967"/>
            <a:ext cx="2221980" cy="341209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b="1" dirty="0"/>
              <a:t>&lt;</a:t>
            </a:r>
            <a:r>
              <a:rPr lang="en-US" sz="1600" b="1" dirty="0" err="1"/>
              <a:t>Actionfunction</a:t>
            </a:r>
            <a:r>
              <a:rPr lang="en-US" sz="1600" b="1" dirty="0"/>
              <a:t>(this)&gt;</a:t>
            </a:r>
          </a:p>
        </p:txBody>
      </p:sp>
    </p:spTree>
    <p:extLst>
      <p:ext uri="{BB962C8B-B14F-4D97-AF65-F5344CB8AC3E}">
        <p14:creationId xmlns:p14="http://schemas.microsoft.com/office/powerpoint/2010/main" xmlns="" val="405918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373422" y="469670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Page Load Operations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D21ABA2D-8634-409F-863E-CF6F97C36614}"/>
              </a:ext>
            </a:extLst>
          </p:cNvPr>
          <p:cNvSpPr/>
          <p:nvPr/>
        </p:nvSpPr>
        <p:spPr>
          <a:xfrm>
            <a:off x="439411" y="1151538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Range Operations</a:t>
            </a:r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xmlns="" id="{430E3791-527C-48B9-9753-F05936B887FA}"/>
              </a:ext>
            </a:extLst>
          </p:cNvPr>
          <p:cNvSpPr/>
          <p:nvPr/>
        </p:nvSpPr>
        <p:spPr>
          <a:xfrm>
            <a:off x="439411" y="2007802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 and Pagination Operations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xmlns="" id="{A9B9BD2A-38B3-4F6F-BA0E-18EE2C0AD9F6}"/>
              </a:ext>
            </a:extLst>
          </p:cNvPr>
          <p:cNvSpPr/>
          <p:nvPr/>
        </p:nvSpPr>
        <p:spPr>
          <a:xfrm>
            <a:off x="448837" y="2858577"/>
            <a:ext cx="2281287" cy="339363"/>
          </a:xfrm>
          <a:prstGeom prst="flowChartAlternateProcess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Oldest and newest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xmlns="" id="{69F7F67D-12D4-4912-B43C-9171C008FD41}"/>
              </a:ext>
            </a:extLst>
          </p:cNvPr>
          <p:cNvSpPr/>
          <p:nvPr/>
        </p:nvSpPr>
        <p:spPr>
          <a:xfrm>
            <a:off x="458264" y="3434297"/>
            <a:ext cx="2281287" cy="33936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 column sort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8FF6D143-C402-47C3-A1D5-2EDE40FA271F}"/>
              </a:ext>
            </a:extLst>
          </p:cNvPr>
          <p:cNvSpPr/>
          <p:nvPr/>
        </p:nvSpPr>
        <p:spPr>
          <a:xfrm>
            <a:off x="448838" y="3972852"/>
            <a:ext cx="2281287" cy="33936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 Pagesize</a:t>
            </a:r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xmlns="" id="{B9A31A6D-70F7-455A-BB37-FF19A61D4275}"/>
              </a:ext>
            </a:extLst>
          </p:cNvPr>
          <p:cNvSpPr/>
          <p:nvPr/>
        </p:nvSpPr>
        <p:spPr>
          <a:xfrm>
            <a:off x="458264" y="4454063"/>
            <a:ext cx="2281287" cy="576601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 and Prev pagination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881D67D2-7A99-4332-A4FF-484E8960A705}"/>
              </a:ext>
            </a:extLst>
          </p:cNvPr>
          <p:cNvCxnSpPr>
            <a:cxnSpLocks/>
          </p:cNvCxnSpPr>
          <p:nvPr/>
        </p:nvCxnSpPr>
        <p:spPr>
          <a:xfrm flipV="1">
            <a:off x="136968" y="661344"/>
            <a:ext cx="0" cy="217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6D2E46FB-CCF0-4B3E-8600-A8CCD144DC4A}"/>
              </a:ext>
            </a:extLst>
          </p:cNvPr>
          <p:cNvCxnSpPr>
            <a:cxnSpLocks/>
          </p:cNvCxnSpPr>
          <p:nvPr/>
        </p:nvCxnSpPr>
        <p:spPr>
          <a:xfrm>
            <a:off x="136968" y="668027"/>
            <a:ext cx="25059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DE5FF43E-73D5-4008-935A-C3D4F73C1BC7}"/>
              </a:ext>
            </a:extLst>
          </p:cNvPr>
          <p:cNvCxnSpPr>
            <a:cxnSpLocks/>
          </p:cNvCxnSpPr>
          <p:nvPr/>
        </p:nvCxnSpPr>
        <p:spPr>
          <a:xfrm>
            <a:off x="127542" y="1420202"/>
            <a:ext cx="316583" cy="3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xmlns="" id="{20F2EB06-0FA5-44F1-9D06-EBBCE94C43A7}"/>
              </a:ext>
            </a:extLst>
          </p:cNvPr>
          <p:cNvCxnSpPr>
            <a:cxnSpLocks/>
          </p:cNvCxnSpPr>
          <p:nvPr/>
        </p:nvCxnSpPr>
        <p:spPr>
          <a:xfrm>
            <a:off x="127542" y="2303375"/>
            <a:ext cx="3118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xmlns="" id="{F683E9B3-336D-4FDB-8D57-46981E16F1AE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720698" y="2276467"/>
            <a:ext cx="1119431" cy="246589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2FE2F196-DA15-4977-AB5F-5B7C5764A1AE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730124" y="3028259"/>
            <a:ext cx="1110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74F69DAE-A65A-4BAC-A012-7771FFF4CC84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2739551" y="3603978"/>
            <a:ext cx="11005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C4D7D172-3605-4348-A092-FD46941A0F27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730125" y="4142533"/>
            <a:ext cx="11005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62FE6509-E284-4447-B70D-E30A09381AE3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2739551" y="4742363"/>
            <a:ext cx="10911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xmlns="" id="{D9A55B71-9848-4614-90B0-FAEEC9D403AA}"/>
              </a:ext>
            </a:extLst>
          </p:cNvPr>
          <p:cNvSpPr/>
          <p:nvPr/>
        </p:nvSpPr>
        <p:spPr>
          <a:xfrm>
            <a:off x="458264" y="5245352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Operation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xmlns="" id="{EB14A367-D723-4F58-95DC-7AAB36D95A30}"/>
              </a:ext>
            </a:extLst>
          </p:cNvPr>
          <p:cNvSpPr/>
          <p:nvPr/>
        </p:nvSpPr>
        <p:spPr>
          <a:xfrm>
            <a:off x="448838" y="6336282"/>
            <a:ext cx="5628082" cy="412697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MultiSelect Filter and Multi Column Filter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xmlns="" id="{20E89FA2-8C70-45EE-9CB7-82B282F5ADBC}"/>
              </a:ext>
            </a:extLst>
          </p:cNvPr>
          <p:cNvSpPr/>
          <p:nvPr/>
        </p:nvSpPr>
        <p:spPr>
          <a:xfrm>
            <a:off x="486543" y="5776292"/>
            <a:ext cx="2356703" cy="450791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Search fields render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xmlns="" id="{68F0F151-0A10-4480-9DDA-3E1478CD2DCA}"/>
              </a:ext>
            </a:extLst>
          </p:cNvPr>
          <p:cNvCxnSpPr>
            <a:cxnSpLocks/>
            <a:endCxn id="61" idx="1"/>
          </p:cNvCxnSpPr>
          <p:nvPr/>
        </p:nvCxnSpPr>
        <p:spPr>
          <a:xfrm rot="16200000" flipH="1">
            <a:off x="-1045321" y="3911449"/>
            <a:ext cx="2685874" cy="32129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xmlns="" id="{47F96BEB-BD04-4B04-B8F4-A2429730C088}"/>
              </a:ext>
            </a:extLst>
          </p:cNvPr>
          <p:cNvCxnSpPr>
            <a:cxnSpLocks/>
            <a:stCxn id="61" idx="3"/>
            <a:endCxn id="65" idx="3"/>
          </p:cNvCxnSpPr>
          <p:nvPr/>
        </p:nvCxnSpPr>
        <p:spPr>
          <a:xfrm>
            <a:off x="2739551" y="5415034"/>
            <a:ext cx="103695" cy="586654"/>
          </a:xfrm>
          <a:prstGeom prst="bentConnector3">
            <a:avLst>
              <a:gd name="adj1" fmla="val 3204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xmlns="" id="{CB341FB2-FBF5-4E71-A92C-AB7510AFB96E}"/>
              </a:ext>
            </a:extLst>
          </p:cNvPr>
          <p:cNvCxnSpPr>
            <a:cxnSpLocks/>
            <a:stCxn id="65" idx="1"/>
            <a:endCxn id="63" idx="1"/>
          </p:cNvCxnSpPr>
          <p:nvPr/>
        </p:nvCxnSpPr>
        <p:spPr>
          <a:xfrm rot="10800000" flipV="1">
            <a:off x="448839" y="6001687"/>
            <a:ext cx="37705" cy="540943"/>
          </a:xfrm>
          <a:prstGeom prst="bentConnector3">
            <a:avLst>
              <a:gd name="adj1" fmla="val 70628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croll: Vertical 1">
            <a:extLst>
              <a:ext uri="{FF2B5EF4-FFF2-40B4-BE49-F238E27FC236}">
                <a16:creationId xmlns:a16="http://schemas.microsoft.com/office/drawing/2014/main" xmlns="" id="{650FFF0E-F387-405E-9B6C-C3A2586068FC}"/>
              </a:ext>
            </a:extLst>
          </p:cNvPr>
          <p:cNvSpPr/>
          <p:nvPr/>
        </p:nvSpPr>
        <p:spPr>
          <a:xfrm>
            <a:off x="4398948" y="477424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10" name="Double Brace 9">
            <a:extLst>
              <a:ext uri="{FF2B5EF4-FFF2-40B4-BE49-F238E27FC236}">
                <a16:creationId xmlns:a16="http://schemas.microsoft.com/office/drawing/2014/main" xmlns="" id="{EB184D7F-4C37-4E25-9041-6A9E009E4F54}"/>
              </a:ext>
            </a:extLst>
          </p:cNvPr>
          <p:cNvSpPr/>
          <p:nvPr/>
        </p:nvSpPr>
        <p:spPr>
          <a:xfrm>
            <a:off x="6192330" y="987806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baseloadsegments.</a:t>
            </a:r>
          </a:p>
          <a:p>
            <a:pPr algn="ctr"/>
            <a:r>
              <a:rPr lang="en-US" sz="1400" dirty="0"/>
              <a:t>populateaxiskeys()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2D4BF512-8A5D-42AC-8890-5C6092FEEBBF}"/>
              </a:ext>
            </a:extLst>
          </p:cNvPr>
          <p:cNvCxnSpPr>
            <a:cxnSpLocks/>
            <a:stCxn id="24" idx="3"/>
            <a:endCxn id="2" idx="1"/>
          </p:cNvCxnSpPr>
          <p:nvPr/>
        </p:nvCxnSpPr>
        <p:spPr>
          <a:xfrm flipV="1">
            <a:off x="2654709" y="638463"/>
            <a:ext cx="1784499" cy="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xmlns="" id="{BEACAEBF-B148-42B3-9FD4-DA675D603041}"/>
              </a:ext>
            </a:extLst>
          </p:cNvPr>
          <p:cNvSpPr/>
          <p:nvPr/>
        </p:nvSpPr>
        <p:spPr>
          <a:xfrm>
            <a:off x="8710070" y="1008505"/>
            <a:ext cx="3008670" cy="99578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[has "applied" object from server stack(</a:t>
            </a:r>
            <a:r>
              <a:rPr lang="en-US" sz="1400" i="1" dirty="0" err="1"/>
              <a:t>validationconfig</a:t>
            </a:r>
            <a:r>
              <a:rPr lang="en-US" sz="1400" dirty="0"/>
              <a:t>) for dynamic </a:t>
            </a:r>
          </a:p>
          <a:p>
            <a:pPr algn="ctr"/>
            <a:r>
              <a:rPr lang="en-US" sz="1400" dirty="0"/>
              <a:t> pivot columns population and any date  column range filter]</a:t>
            </a:r>
          </a:p>
        </p:txBody>
      </p:sp>
      <p:sp>
        <p:nvSpPr>
          <p:cNvPr id="114" name="Scroll: Vertical 113">
            <a:extLst>
              <a:ext uri="{FF2B5EF4-FFF2-40B4-BE49-F238E27FC236}">
                <a16:creationId xmlns:a16="http://schemas.microsoft.com/office/drawing/2014/main" xmlns="" id="{FC1C65DE-6435-4DFB-9CBC-CA72527B2A58}"/>
              </a:ext>
            </a:extLst>
          </p:cNvPr>
          <p:cNvSpPr/>
          <p:nvPr/>
        </p:nvSpPr>
        <p:spPr>
          <a:xfrm>
            <a:off x="6506393" y="1699115"/>
            <a:ext cx="1677972" cy="322077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pageLoad.js</a:t>
            </a:r>
            <a:r>
              <a:rPr lang="en-US" dirty="0"/>
              <a:t>)</a:t>
            </a:r>
          </a:p>
        </p:txBody>
      </p:sp>
      <p:sp>
        <p:nvSpPr>
          <p:cNvPr id="115" name="Double Brace 114">
            <a:extLst>
              <a:ext uri="{FF2B5EF4-FFF2-40B4-BE49-F238E27FC236}">
                <a16:creationId xmlns:a16="http://schemas.microsoft.com/office/drawing/2014/main" xmlns="" id="{16528972-72F8-487C-837A-3EC4FF17A278}"/>
              </a:ext>
            </a:extLst>
          </p:cNvPr>
          <p:cNvSpPr/>
          <p:nvPr/>
        </p:nvSpPr>
        <p:spPr>
          <a:xfrm>
            <a:off x="6315233" y="2467492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htmlpopulate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 err="1"/>
              <a:t>htmlpopulatetable</a:t>
            </a:r>
            <a:endParaRPr lang="en-US" sz="1400" dirty="0"/>
          </a:p>
          <a:p>
            <a:pPr algn="ctr"/>
            <a:r>
              <a:rPr lang="en-US" sz="1400" dirty="0"/>
              <a:t>header()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xmlns="" id="{C1A4A9D9-36D6-46CD-AB0E-917690B9240B}"/>
              </a:ext>
            </a:extLst>
          </p:cNvPr>
          <p:cNvSpPr/>
          <p:nvPr/>
        </p:nvSpPr>
        <p:spPr>
          <a:xfrm>
            <a:off x="8832973" y="2467492"/>
            <a:ext cx="3008670" cy="99578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[has "applied" object from server stack(</a:t>
            </a:r>
            <a:r>
              <a:rPr lang="en-US" sz="1400" i="1" dirty="0" err="1"/>
              <a:t>validationconfig</a:t>
            </a:r>
            <a:r>
              <a:rPr lang="en-US" sz="1400" dirty="0"/>
              <a:t>) for table header configuration]</a:t>
            </a:r>
          </a:p>
        </p:txBody>
      </p:sp>
      <p:sp>
        <p:nvSpPr>
          <p:cNvPr id="117" name="Scroll: Vertical 116">
            <a:extLst>
              <a:ext uri="{FF2B5EF4-FFF2-40B4-BE49-F238E27FC236}">
                <a16:creationId xmlns:a16="http://schemas.microsoft.com/office/drawing/2014/main" xmlns="" id="{E14918E0-5DFA-46DD-AEE4-2F64AE0E599F}"/>
              </a:ext>
            </a:extLst>
          </p:cNvPr>
          <p:cNvSpPr/>
          <p:nvPr/>
        </p:nvSpPr>
        <p:spPr>
          <a:xfrm>
            <a:off x="6404015" y="3199244"/>
            <a:ext cx="1920737" cy="382960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htmlPopulate.js</a:t>
            </a:r>
            <a:r>
              <a:rPr lang="en-US" dirty="0"/>
              <a:t>)</a:t>
            </a:r>
          </a:p>
        </p:txBody>
      </p:sp>
      <p:sp>
        <p:nvSpPr>
          <p:cNvPr id="118" name="Double Brace 117">
            <a:extLst>
              <a:ext uri="{FF2B5EF4-FFF2-40B4-BE49-F238E27FC236}">
                <a16:creationId xmlns:a16="http://schemas.microsoft.com/office/drawing/2014/main" xmlns="" id="{662EE824-6A6C-41E7-AC0C-26AC5DB3FEDA}"/>
              </a:ext>
            </a:extLst>
          </p:cNvPr>
          <p:cNvSpPr/>
          <p:nvPr/>
        </p:nvSpPr>
        <p:spPr>
          <a:xfrm>
            <a:off x="6315233" y="3867859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htmlpopulate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 err="1"/>
              <a:t>htmlpopulatemodal</a:t>
            </a:r>
            <a:r>
              <a:rPr lang="en-US" sz="1400" dirty="0"/>
              <a:t>()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xmlns="" id="{0554C6E9-75FD-4393-BD75-4D5755E1A356}"/>
              </a:ext>
            </a:extLst>
          </p:cNvPr>
          <p:cNvSpPr/>
          <p:nvPr/>
        </p:nvSpPr>
        <p:spPr>
          <a:xfrm>
            <a:off x="8832973" y="3867858"/>
            <a:ext cx="3008670" cy="114206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[ has "baseloadsegments.</a:t>
            </a:r>
          </a:p>
          <a:p>
            <a:r>
              <a:rPr lang="en-US" sz="1400" dirty="0" err="1"/>
              <a:t>moduleattributepopulate</a:t>
            </a:r>
            <a:r>
              <a:rPr lang="en-US" sz="1400" dirty="0"/>
              <a:t>()" from (pageLoad.js) and "</a:t>
            </a:r>
            <a:r>
              <a:rPr lang="en-US" sz="1400" i="1" dirty="0" err="1"/>
              <a:t>validationmap</a:t>
            </a:r>
            <a:r>
              <a:rPr lang="en-US" sz="1400" dirty="0"/>
              <a:t>" from server stack for data insert form]</a:t>
            </a:r>
          </a:p>
        </p:txBody>
      </p:sp>
      <p:sp>
        <p:nvSpPr>
          <p:cNvPr id="121" name="Scroll: Vertical 120">
            <a:extLst>
              <a:ext uri="{FF2B5EF4-FFF2-40B4-BE49-F238E27FC236}">
                <a16:creationId xmlns:a16="http://schemas.microsoft.com/office/drawing/2014/main" xmlns="" id="{D2554667-175D-45A1-9671-E701D5944741}"/>
              </a:ext>
            </a:extLst>
          </p:cNvPr>
          <p:cNvSpPr/>
          <p:nvPr/>
        </p:nvSpPr>
        <p:spPr>
          <a:xfrm>
            <a:off x="6421075" y="4626965"/>
            <a:ext cx="1920737" cy="382960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htmlPopulate.js</a:t>
            </a:r>
            <a:r>
              <a:rPr lang="en-US" dirty="0"/>
              <a:t>)</a:t>
            </a:r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xmlns="" id="{E3CFBDA7-DE13-4470-AF94-90B11162801D}"/>
              </a:ext>
            </a:extLst>
          </p:cNvPr>
          <p:cNvCxnSpPr>
            <a:cxnSpLocks/>
            <a:stCxn id="2" idx="2"/>
          </p:cNvCxnSpPr>
          <p:nvPr/>
        </p:nvCxnSpPr>
        <p:spPr>
          <a:xfrm rot="16200000" flipH="1">
            <a:off x="4085586" y="1951849"/>
            <a:ext cx="3381994" cy="1077298"/>
          </a:xfrm>
          <a:prstGeom prst="bentConnector3">
            <a:avLst>
              <a:gd name="adj1" fmla="val 998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xmlns="" id="{49BE85A7-9035-4723-8B92-75D6798480E3}"/>
              </a:ext>
            </a:extLst>
          </p:cNvPr>
          <p:cNvCxnSpPr>
            <a:cxnSpLocks/>
            <a:endCxn id="115" idx="1"/>
          </p:cNvCxnSpPr>
          <p:nvPr/>
        </p:nvCxnSpPr>
        <p:spPr>
          <a:xfrm>
            <a:off x="5237934" y="2781127"/>
            <a:ext cx="10772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xmlns="" id="{543ECFA9-C1E4-405B-96BA-377D35F1FACE}"/>
              </a:ext>
            </a:extLst>
          </p:cNvPr>
          <p:cNvCxnSpPr>
            <a:stCxn id="10" idx="3"/>
            <a:endCxn id="31" idx="1"/>
          </p:cNvCxnSpPr>
          <p:nvPr/>
        </p:nvCxnSpPr>
        <p:spPr>
          <a:xfrm>
            <a:off x="8324752" y="1301441"/>
            <a:ext cx="385318" cy="20495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xmlns="" id="{86280891-8FA5-4B90-BA78-1A432BAED08F}"/>
              </a:ext>
            </a:extLst>
          </p:cNvPr>
          <p:cNvCxnSpPr>
            <a:stCxn id="115" idx="3"/>
            <a:endCxn id="116" idx="1"/>
          </p:cNvCxnSpPr>
          <p:nvPr/>
        </p:nvCxnSpPr>
        <p:spPr>
          <a:xfrm>
            <a:off x="8447655" y="2781127"/>
            <a:ext cx="385318" cy="1842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xmlns="" id="{42D15054-2C8F-4C41-A90E-A88ED1C15271}"/>
              </a:ext>
            </a:extLst>
          </p:cNvPr>
          <p:cNvCxnSpPr>
            <a:stCxn id="118" idx="3"/>
            <a:endCxn id="119" idx="1"/>
          </p:cNvCxnSpPr>
          <p:nvPr/>
        </p:nvCxnSpPr>
        <p:spPr>
          <a:xfrm>
            <a:off x="8447655" y="4181494"/>
            <a:ext cx="385318" cy="25739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xmlns="" id="{708B1D75-20F9-4DD0-BFBF-E81C9861E8E5}"/>
              </a:ext>
            </a:extLst>
          </p:cNvPr>
          <p:cNvCxnSpPr>
            <a:cxnSpLocks/>
            <a:stCxn id="25" idx="3"/>
            <a:endCxn id="162" idx="1"/>
          </p:cNvCxnSpPr>
          <p:nvPr/>
        </p:nvCxnSpPr>
        <p:spPr>
          <a:xfrm>
            <a:off x="2720698" y="1420203"/>
            <a:ext cx="2234364" cy="4483682"/>
          </a:xfrm>
          <a:prstGeom prst="bentConnector3">
            <a:avLst>
              <a:gd name="adj1" fmla="val 7489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Flowchart: Process 161">
            <a:extLst>
              <a:ext uri="{FF2B5EF4-FFF2-40B4-BE49-F238E27FC236}">
                <a16:creationId xmlns:a16="http://schemas.microsoft.com/office/drawing/2014/main" xmlns="" id="{06D4E2DA-D899-44A2-886F-F1D08BBAEED2}"/>
              </a:ext>
            </a:extLst>
          </p:cNvPr>
          <p:cNvSpPr/>
          <p:nvPr/>
        </p:nvSpPr>
        <p:spPr>
          <a:xfrm>
            <a:off x="4955062" y="5701207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164" name="Double Bracket 163">
            <a:extLst>
              <a:ext uri="{FF2B5EF4-FFF2-40B4-BE49-F238E27FC236}">
                <a16:creationId xmlns:a16="http://schemas.microsoft.com/office/drawing/2014/main" xmlns="" id="{7744D1FC-D4D7-4644-B1FB-0793F5668513}"/>
              </a:ext>
            </a:extLst>
          </p:cNvPr>
          <p:cNvSpPr/>
          <p:nvPr/>
        </p:nvSpPr>
        <p:spPr>
          <a:xfrm>
            <a:off x="6840081" y="5701707"/>
            <a:ext cx="1484671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controlbar.html/</a:t>
            </a:r>
          </a:p>
        </p:txBody>
      </p:sp>
      <p:sp>
        <p:nvSpPr>
          <p:cNvPr id="165" name="Double Bracket 164">
            <a:extLst>
              <a:ext uri="{FF2B5EF4-FFF2-40B4-BE49-F238E27FC236}">
                <a16:creationId xmlns:a16="http://schemas.microsoft.com/office/drawing/2014/main" xmlns="" id="{1F073B3D-3B19-47F6-A880-C1DF6A1E4AC2}"/>
              </a:ext>
            </a:extLst>
          </p:cNvPr>
          <p:cNvSpPr/>
          <p:nvPr/>
        </p:nvSpPr>
        <p:spPr>
          <a:xfrm>
            <a:off x="8769925" y="5701707"/>
            <a:ext cx="1524000" cy="404856"/>
          </a:xfrm>
          <a:prstGeom prst="bracketPair">
            <a:avLst/>
          </a:prstGeom>
          <a:solidFill>
            <a:srgbClr val="00B05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Daterangepicker</a:t>
            </a:r>
            <a:endParaRPr lang="en-US" sz="1400" dirty="0"/>
          </a:p>
          <a:p>
            <a:pPr algn="ctr"/>
            <a:r>
              <a:rPr lang="en-US" sz="1400" dirty="0"/>
              <a:t>.html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xmlns="" id="{CEF408B3-49C1-44CA-85CA-A763DB65A841}"/>
              </a:ext>
            </a:extLst>
          </p:cNvPr>
          <p:cNvCxnSpPr>
            <a:stCxn id="162" idx="3"/>
            <a:endCxn id="164" idx="1"/>
          </p:cNvCxnSpPr>
          <p:nvPr/>
        </p:nvCxnSpPr>
        <p:spPr>
          <a:xfrm>
            <a:off x="6483345" y="5903885"/>
            <a:ext cx="356736" cy="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xmlns="" id="{47FFED60-CB6B-4059-B5BD-2D4F1C3D3BA5}"/>
              </a:ext>
            </a:extLst>
          </p:cNvPr>
          <p:cNvCxnSpPr>
            <a:stCxn id="164" idx="3"/>
            <a:endCxn id="165" idx="1"/>
          </p:cNvCxnSpPr>
          <p:nvPr/>
        </p:nvCxnSpPr>
        <p:spPr>
          <a:xfrm>
            <a:off x="8324752" y="5904135"/>
            <a:ext cx="4451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xmlns="" id="{BE64CE67-F61C-4B5C-914A-CCD856BC5A91}"/>
              </a:ext>
            </a:extLst>
          </p:cNvPr>
          <p:cNvSpPr/>
          <p:nvPr/>
        </p:nvSpPr>
        <p:spPr>
          <a:xfrm>
            <a:off x="10880237" y="5526402"/>
            <a:ext cx="1228291" cy="100147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xmlns="" id="{707BF6D5-E24F-4128-99AE-3D5E0A887DD8}"/>
              </a:ext>
            </a:extLst>
          </p:cNvPr>
          <p:cNvCxnSpPr>
            <a:stCxn id="165" idx="3"/>
            <a:endCxn id="206" idx="1"/>
          </p:cNvCxnSpPr>
          <p:nvPr/>
        </p:nvCxnSpPr>
        <p:spPr>
          <a:xfrm>
            <a:off x="10293925" y="5904135"/>
            <a:ext cx="586312" cy="1230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xmlns="" id="{6EE48BA4-E90D-47E7-BD01-9B4AEC398A02}"/>
              </a:ext>
            </a:extLst>
          </p:cNvPr>
          <p:cNvCxnSpPr>
            <a:cxnSpLocks/>
          </p:cNvCxnSpPr>
          <p:nvPr/>
        </p:nvCxnSpPr>
        <p:spPr>
          <a:xfrm>
            <a:off x="5237934" y="1301441"/>
            <a:ext cx="1019918" cy="1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72" y="-175786"/>
            <a:ext cx="9150284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Page Load and Date Range Operations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177375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xmlns="" id="{430E3791-527C-48B9-9753-F05936B887FA}"/>
              </a:ext>
            </a:extLst>
          </p:cNvPr>
          <p:cNvSpPr/>
          <p:nvPr/>
        </p:nvSpPr>
        <p:spPr>
          <a:xfrm>
            <a:off x="501161" y="497713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 and Pagination Operations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xmlns="" id="{A9B9BD2A-38B3-4F6F-BA0E-18EE2C0AD9F6}"/>
              </a:ext>
            </a:extLst>
          </p:cNvPr>
          <p:cNvSpPr/>
          <p:nvPr/>
        </p:nvSpPr>
        <p:spPr>
          <a:xfrm>
            <a:off x="510587" y="1348488"/>
            <a:ext cx="2281287" cy="339363"/>
          </a:xfrm>
          <a:prstGeom prst="flowChartAlternateProcess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Oldest and newest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xmlns="" id="{69F7F67D-12D4-4912-B43C-9171C008FD41}"/>
              </a:ext>
            </a:extLst>
          </p:cNvPr>
          <p:cNvSpPr/>
          <p:nvPr/>
        </p:nvSpPr>
        <p:spPr>
          <a:xfrm>
            <a:off x="520014" y="1924208"/>
            <a:ext cx="2281287" cy="33936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 column sort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8FF6D143-C402-47C3-A1D5-2EDE40FA271F}"/>
              </a:ext>
            </a:extLst>
          </p:cNvPr>
          <p:cNvSpPr/>
          <p:nvPr/>
        </p:nvSpPr>
        <p:spPr>
          <a:xfrm>
            <a:off x="510588" y="2462763"/>
            <a:ext cx="2281287" cy="33936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 Pagesize</a:t>
            </a:r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xmlns="" id="{B9A31A6D-70F7-455A-BB37-FF19A61D4275}"/>
              </a:ext>
            </a:extLst>
          </p:cNvPr>
          <p:cNvSpPr/>
          <p:nvPr/>
        </p:nvSpPr>
        <p:spPr>
          <a:xfrm>
            <a:off x="520014" y="2943974"/>
            <a:ext cx="2281287" cy="576601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 and Prev pagination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xmlns="" id="{F683E9B3-336D-4FDB-8D57-46981E16F1AE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782448" y="766378"/>
            <a:ext cx="1119431" cy="246589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2FE2F196-DA15-4977-AB5F-5B7C5764A1AE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791874" y="1518170"/>
            <a:ext cx="1110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74F69DAE-A65A-4BAC-A012-7771FFF4CC84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2801301" y="2093889"/>
            <a:ext cx="11005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C4D7D172-3605-4348-A092-FD46941A0F27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2791875" y="2632444"/>
            <a:ext cx="11005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62FE6509-E284-4447-B70D-E30A09381AE3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2801301" y="3232274"/>
            <a:ext cx="10911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Process 47">
            <a:extLst>
              <a:ext uri="{FF2B5EF4-FFF2-40B4-BE49-F238E27FC236}">
                <a16:creationId xmlns:a16="http://schemas.microsoft.com/office/drawing/2014/main" xmlns="" id="{4A41C635-24E8-42C1-96C2-8A1A71AA0028}"/>
              </a:ext>
            </a:extLst>
          </p:cNvPr>
          <p:cNvSpPr/>
          <p:nvPr/>
        </p:nvSpPr>
        <p:spPr>
          <a:xfrm>
            <a:off x="693270" y="3743039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50" name="Double Bracket 49">
            <a:extLst>
              <a:ext uri="{FF2B5EF4-FFF2-40B4-BE49-F238E27FC236}">
                <a16:creationId xmlns:a16="http://schemas.microsoft.com/office/drawing/2014/main" xmlns="" id="{36AD9118-2294-42FB-A67E-106241C5406E}"/>
              </a:ext>
            </a:extLst>
          </p:cNvPr>
          <p:cNvSpPr/>
          <p:nvPr/>
        </p:nvSpPr>
        <p:spPr>
          <a:xfrm>
            <a:off x="2349345" y="3721967"/>
            <a:ext cx="1484671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Consolidate</a:t>
            </a:r>
          </a:p>
          <a:p>
            <a:pPr algn="ctr"/>
            <a:r>
              <a:rPr lang="en-US" sz="1400" dirty="0"/>
              <a:t>reportbar.html/</a:t>
            </a:r>
          </a:p>
        </p:txBody>
      </p:sp>
      <p:sp>
        <p:nvSpPr>
          <p:cNvPr id="51" name="Double Bracket 50">
            <a:extLst>
              <a:ext uri="{FF2B5EF4-FFF2-40B4-BE49-F238E27FC236}">
                <a16:creationId xmlns:a16="http://schemas.microsoft.com/office/drawing/2014/main" xmlns="" id="{3333DC6A-0153-49C0-93B8-0C7117752A61}"/>
              </a:ext>
            </a:extLst>
          </p:cNvPr>
          <p:cNvSpPr/>
          <p:nvPr/>
        </p:nvSpPr>
        <p:spPr>
          <a:xfrm>
            <a:off x="7333697" y="3692114"/>
            <a:ext cx="1627764" cy="409724"/>
          </a:xfrm>
          <a:prstGeom prst="bracketPair">
            <a:avLst/>
          </a:prstGeom>
          <a:solidFill>
            <a:srgbClr val="00B05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Pagination</a:t>
            </a:r>
          </a:p>
          <a:p>
            <a:pPr algn="ctr"/>
            <a:r>
              <a:rPr lang="en-US" sz="1400" dirty="0"/>
              <a:t>rangesection.html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xmlns="" id="{5B44AFE7-DD94-462D-B8F3-9083CA780812}"/>
              </a:ext>
            </a:extLst>
          </p:cNvPr>
          <p:cNvSpPr/>
          <p:nvPr/>
        </p:nvSpPr>
        <p:spPr>
          <a:xfrm>
            <a:off x="7770283" y="2957908"/>
            <a:ext cx="3994708" cy="39353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Double Bracket 80">
            <a:extLst>
              <a:ext uri="{FF2B5EF4-FFF2-40B4-BE49-F238E27FC236}">
                <a16:creationId xmlns:a16="http://schemas.microsoft.com/office/drawing/2014/main" xmlns="" id="{ACED1107-B929-477A-8393-2943C59E25E8}"/>
              </a:ext>
            </a:extLst>
          </p:cNvPr>
          <p:cNvSpPr/>
          <p:nvPr/>
        </p:nvSpPr>
        <p:spPr>
          <a:xfrm>
            <a:off x="5660375" y="3715048"/>
            <a:ext cx="1484671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reportbar.html</a:t>
            </a:r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xmlns="" id="{44ABCD7D-C6B7-4934-9AB3-AC29015EADE1}"/>
              </a:ext>
            </a:extLst>
          </p:cNvPr>
          <p:cNvSpPr/>
          <p:nvPr/>
        </p:nvSpPr>
        <p:spPr>
          <a:xfrm>
            <a:off x="3996258" y="3715048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B80C25BD-AADB-4F87-96C2-C9D1209BF4E0}"/>
              </a:ext>
            </a:extLst>
          </p:cNvPr>
          <p:cNvSpPr/>
          <p:nvPr/>
        </p:nvSpPr>
        <p:spPr>
          <a:xfrm>
            <a:off x="9213790" y="3578607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 err="1"/>
              <a:t>getoldestrecords</a:t>
            </a:r>
            <a:r>
              <a:rPr lang="en-US" sz="1600" dirty="0"/>
              <a:t>()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 err="1"/>
              <a:t>getnewestvalue</a:t>
            </a:r>
            <a:r>
              <a:rPr lang="en-US" sz="1600" dirty="0"/>
              <a:t>()</a:t>
            </a:r>
          </a:p>
        </p:txBody>
      </p:sp>
      <p:sp>
        <p:nvSpPr>
          <p:cNvPr id="122" name="Scroll: Vertical 121">
            <a:extLst>
              <a:ext uri="{FF2B5EF4-FFF2-40B4-BE49-F238E27FC236}">
                <a16:creationId xmlns:a16="http://schemas.microsoft.com/office/drawing/2014/main" xmlns="" id="{FF37E2EB-42AB-4EB6-A04C-8859084A537B}"/>
              </a:ext>
            </a:extLst>
          </p:cNvPr>
          <p:cNvSpPr/>
          <p:nvPr/>
        </p:nvSpPr>
        <p:spPr>
          <a:xfrm>
            <a:off x="4535207" y="575328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123" name="Double Brace 122">
            <a:extLst>
              <a:ext uri="{FF2B5EF4-FFF2-40B4-BE49-F238E27FC236}">
                <a16:creationId xmlns:a16="http://schemas.microsoft.com/office/drawing/2014/main" xmlns="" id="{21A9F252-7088-44AB-B697-44D404FA4802}"/>
              </a:ext>
            </a:extLst>
          </p:cNvPr>
          <p:cNvSpPr/>
          <p:nvPr/>
        </p:nvSpPr>
        <p:spPr>
          <a:xfrm>
            <a:off x="6556651" y="537865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tableops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/>
              <a:t>sort(&lt;</a:t>
            </a:r>
            <a:r>
              <a:rPr lang="en-US" sz="1600" dirty="0" err="1"/>
              <a:t>columnid</a:t>
            </a:r>
            <a:r>
              <a:rPr lang="en-US" sz="1600" dirty="0"/>
              <a:t>&gt;)</a:t>
            </a:r>
          </a:p>
        </p:txBody>
      </p:sp>
      <p:sp>
        <p:nvSpPr>
          <p:cNvPr id="124" name="Double Brace 123">
            <a:extLst>
              <a:ext uri="{FF2B5EF4-FFF2-40B4-BE49-F238E27FC236}">
                <a16:creationId xmlns:a16="http://schemas.microsoft.com/office/drawing/2014/main" xmlns="" id="{C4A28023-4130-4C4E-AA35-81DED1714DB6}"/>
              </a:ext>
            </a:extLst>
          </p:cNvPr>
          <p:cNvSpPr/>
          <p:nvPr/>
        </p:nvSpPr>
        <p:spPr>
          <a:xfrm>
            <a:off x="9148396" y="551313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en-US" sz="1600" dirty="0" err="1">
                <a:solidFill>
                  <a:srgbClr val="172B4D"/>
                </a:solidFill>
                <a:latin typeface="SFMono-Medium"/>
              </a:rPr>
              <a:t>Dynamicsorting</a:t>
            </a:r>
            <a:endParaRPr lang="en-US" altLang="en-US" sz="1600" dirty="0">
              <a:solidFill>
                <a:srgbClr val="172B4D"/>
              </a:solidFill>
              <a:latin typeface="SFMono-Medium"/>
            </a:endParaRPr>
          </a:p>
          <a:p>
            <a:pPr algn="ctr"/>
            <a:r>
              <a:rPr lang="en-US" altLang="en-US" sz="1600" dirty="0">
                <a:solidFill>
                  <a:srgbClr val="172B4D"/>
                </a:solidFill>
                <a:latin typeface="SFMono-Medium"/>
              </a:rPr>
              <a:t>(</a:t>
            </a:r>
            <a:r>
              <a:rPr lang="en-US" altLang="en-US" sz="1600" dirty="0" err="1">
                <a:solidFill>
                  <a:srgbClr val="172B4D"/>
                </a:solidFill>
                <a:latin typeface="SFMono-Medium"/>
              </a:rPr>
              <a:t>sortcol</a:t>
            </a:r>
            <a:r>
              <a:rPr lang="en-US" altLang="en-US" sz="1600" dirty="0">
                <a:solidFill>
                  <a:srgbClr val="172B4D"/>
                </a:solidFill>
                <a:latin typeface="SFMono-Medium"/>
              </a:rPr>
              <a:t>, true/false)</a:t>
            </a:r>
            <a:endParaRPr lang="en-US" sz="1600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xmlns="" id="{AE3FB1F2-90CA-4C8C-819D-C252C0C86E5D}"/>
              </a:ext>
            </a:extLst>
          </p:cNvPr>
          <p:cNvSpPr/>
          <p:nvPr/>
        </p:nvSpPr>
        <p:spPr>
          <a:xfrm>
            <a:off x="8707310" y="1432198"/>
            <a:ext cx="2656647" cy="55222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0" name="Rectangle 1">
            <a:extLst>
              <a:ext uri="{FF2B5EF4-FFF2-40B4-BE49-F238E27FC236}">
                <a16:creationId xmlns:a16="http://schemas.microsoft.com/office/drawing/2014/main" xmlns="" id="{84C03F64-7DF3-4389-83B7-BA3498C0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6"/>
            <a:ext cx="65" cy="679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158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172B4D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xmlns="" id="{F5AE864A-48A0-4F6E-BC92-0B07BC7B90AB}"/>
              </a:ext>
            </a:extLst>
          </p:cNvPr>
          <p:cNvCxnSpPr>
            <a:cxnSpLocks/>
            <a:stCxn id="120" idx="3"/>
            <a:endCxn id="57" idx="3"/>
          </p:cNvCxnSpPr>
          <p:nvPr/>
        </p:nvCxnSpPr>
        <p:spPr>
          <a:xfrm flipV="1">
            <a:off x="11346212" y="3154675"/>
            <a:ext cx="418779" cy="737567"/>
          </a:xfrm>
          <a:prstGeom prst="bentConnector3">
            <a:avLst>
              <a:gd name="adj1" fmla="val 1545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xmlns="" id="{A4BA3C74-975D-469E-BEC6-A185BEC0D0CE}"/>
              </a:ext>
            </a:extLst>
          </p:cNvPr>
          <p:cNvCxnSpPr>
            <a:cxnSpLocks/>
            <a:stCxn id="37" idx="1"/>
            <a:endCxn id="48" idx="1"/>
          </p:cNvCxnSpPr>
          <p:nvPr/>
        </p:nvCxnSpPr>
        <p:spPr>
          <a:xfrm rot="10800000" flipH="1" flipV="1">
            <a:off x="510586" y="1518169"/>
            <a:ext cx="182683" cy="2427547"/>
          </a:xfrm>
          <a:prstGeom prst="bentConnector3">
            <a:avLst>
              <a:gd name="adj1" fmla="val -683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xmlns="" id="{C0E8D9F2-2E5D-4258-AC5D-D2489D1BA68C}"/>
              </a:ext>
            </a:extLst>
          </p:cNvPr>
          <p:cNvCxnSpPr>
            <a:cxnSpLocks/>
            <a:endCxn id="122" idx="2"/>
          </p:cNvCxnSpPr>
          <p:nvPr/>
        </p:nvCxnSpPr>
        <p:spPr>
          <a:xfrm flipV="1">
            <a:off x="3911305" y="897405"/>
            <a:ext cx="1462888" cy="119648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Flowchart: Process 181">
            <a:extLst>
              <a:ext uri="{FF2B5EF4-FFF2-40B4-BE49-F238E27FC236}">
                <a16:creationId xmlns:a16="http://schemas.microsoft.com/office/drawing/2014/main" xmlns="" id="{C6C05989-BD50-4D7D-B35E-BA5F9A650BF9}"/>
              </a:ext>
            </a:extLst>
          </p:cNvPr>
          <p:cNvSpPr/>
          <p:nvPr/>
        </p:nvSpPr>
        <p:spPr>
          <a:xfrm>
            <a:off x="632938" y="4646125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183" name="Double Bracket 182">
            <a:extLst>
              <a:ext uri="{FF2B5EF4-FFF2-40B4-BE49-F238E27FC236}">
                <a16:creationId xmlns:a16="http://schemas.microsoft.com/office/drawing/2014/main" xmlns="" id="{F71206A3-239E-407A-9859-17F4C3C903E8}"/>
              </a:ext>
            </a:extLst>
          </p:cNvPr>
          <p:cNvSpPr/>
          <p:nvPr/>
        </p:nvSpPr>
        <p:spPr>
          <a:xfrm>
            <a:off x="2349345" y="4628059"/>
            <a:ext cx="1484671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Consolidate</a:t>
            </a:r>
          </a:p>
          <a:p>
            <a:pPr algn="ctr"/>
            <a:r>
              <a:rPr lang="en-US" sz="1400" dirty="0"/>
              <a:t>reportbar.html/</a:t>
            </a:r>
          </a:p>
        </p:txBody>
      </p:sp>
      <p:sp>
        <p:nvSpPr>
          <p:cNvPr id="184" name="Double Bracket 183">
            <a:extLst>
              <a:ext uri="{FF2B5EF4-FFF2-40B4-BE49-F238E27FC236}">
                <a16:creationId xmlns:a16="http://schemas.microsoft.com/office/drawing/2014/main" xmlns="" id="{E17EF42B-3E6E-4F54-824A-FEC6F527C410}"/>
              </a:ext>
            </a:extLst>
          </p:cNvPr>
          <p:cNvSpPr/>
          <p:nvPr/>
        </p:nvSpPr>
        <p:spPr>
          <a:xfrm>
            <a:off x="7429543" y="4623192"/>
            <a:ext cx="1627764" cy="409724"/>
          </a:xfrm>
          <a:prstGeom prst="bracketPair">
            <a:avLst/>
          </a:prstGeom>
          <a:solidFill>
            <a:srgbClr val="00B05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Pagination</a:t>
            </a:r>
          </a:p>
          <a:p>
            <a:pPr algn="ctr"/>
            <a:r>
              <a:rPr lang="en-US" sz="1400" dirty="0"/>
              <a:t>rangesection.html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xmlns="" id="{3A19FE6A-DDB2-4C07-B26A-5845FA935F3E}"/>
              </a:ext>
            </a:extLst>
          </p:cNvPr>
          <p:cNvSpPr/>
          <p:nvPr/>
        </p:nvSpPr>
        <p:spPr>
          <a:xfrm>
            <a:off x="7770283" y="5286531"/>
            <a:ext cx="3994708" cy="39353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6" name="Double Bracket 185">
            <a:extLst>
              <a:ext uri="{FF2B5EF4-FFF2-40B4-BE49-F238E27FC236}">
                <a16:creationId xmlns:a16="http://schemas.microsoft.com/office/drawing/2014/main" xmlns="" id="{75E8D0E6-2803-4D14-8467-103AF08ADCFB}"/>
              </a:ext>
            </a:extLst>
          </p:cNvPr>
          <p:cNvSpPr/>
          <p:nvPr/>
        </p:nvSpPr>
        <p:spPr>
          <a:xfrm>
            <a:off x="5694935" y="4646125"/>
            <a:ext cx="1484671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reportbar.html</a:t>
            </a:r>
          </a:p>
        </p:txBody>
      </p:sp>
      <p:sp>
        <p:nvSpPr>
          <p:cNvPr id="187" name="Flowchart: Process 186">
            <a:extLst>
              <a:ext uri="{FF2B5EF4-FFF2-40B4-BE49-F238E27FC236}">
                <a16:creationId xmlns:a16="http://schemas.microsoft.com/office/drawing/2014/main" xmlns="" id="{92FE63F9-4A63-4D32-A946-ACB0ECDE9898}"/>
              </a:ext>
            </a:extLst>
          </p:cNvPr>
          <p:cNvSpPr/>
          <p:nvPr/>
        </p:nvSpPr>
        <p:spPr>
          <a:xfrm>
            <a:off x="4022140" y="4646125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xmlns="" id="{47187830-5BCC-45CE-A001-64D5494F678E}"/>
              </a:ext>
            </a:extLst>
          </p:cNvPr>
          <p:cNvCxnSpPr>
            <a:cxnSpLocks/>
            <a:stCxn id="191" idx="3"/>
            <a:endCxn id="185" idx="3"/>
          </p:cNvCxnSpPr>
          <p:nvPr/>
        </p:nvCxnSpPr>
        <p:spPr>
          <a:xfrm>
            <a:off x="11422587" y="4819754"/>
            <a:ext cx="342404" cy="663544"/>
          </a:xfrm>
          <a:prstGeom prst="bentConnector3">
            <a:avLst>
              <a:gd name="adj1" fmla="val 16676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Double Brace 190">
            <a:extLst>
              <a:ext uri="{FF2B5EF4-FFF2-40B4-BE49-F238E27FC236}">
                <a16:creationId xmlns:a16="http://schemas.microsoft.com/office/drawing/2014/main" xmlns="" id="{6F7D6290-367D-4753-94E4-1C0CBF7CD760}"/>
              </a:ext>
            </a:extLst>
          </p:cNvPr>
          <p:cNvSpPr/>
          <p:nvPr/>
        </p:nvSpPr>
        <p:spPr>
          <a:xfrm>
            <a:off x="9290165" y="4506119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functionppagesize</a:t>
            </a:r>
            <a:r>
              <a:rPr lang="en-US" sz="1600" dirty="0"/>
              <a:t>()</a:t>
            </a:r>
          </a:p>
        </p:txBody>
      </p: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xmlns="" id="{4C83055A-EAF8-4FA5-9105-0B1CEA9AF5AF}"/>
              </a:ext>
            </a:extLst>
          </p:cNvPr>
          <p:cNvCxnSpPr>
            <a:cxnSpLocks/>
            <a:stCxn id="39" idx="1"/>
            <a:endCxn id="182" idx="1"/>
          </p:cNvCxnSpPr>
          <p:nvPr/>
        </p:nvCxnSpPr>
        <p:spPr>
          <a:xfrm rot="10800000" flipH="1" flipV="1">
            <a:off x="510588" y="2632445"/>
            <a:ext cx="122350" cy="2216358"/>
          </a:xfrm>
          <a:prstGeom prst="bentConnector3">
            <a:avLst>
              <a:gd name="adj1" fmla="val -18684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: Elbow 295">
            <a:extLst>
              <a:ext uri="{FF2B5EF4-FFF2-40B4-BE49-F238E27FC236}">
                <a16:creationId xmlns:a16="http://schemas.microsoft.com/office/drawing/2014/main" xmlns="" id="{1D55DCA9-3D53-4196-B84F-7D0368669D28}"/>
              </a:ext>
            </a:extLst>
          </p:cNvPr>
          <p:cNvCxnSpPr>
            <a:stCxn id="124" idx="3"/>
            <a:endCxn id="125" idx="3"/>
          </p:cNvCxnSpPr>
          <p:nvPr/>
        </p:nvCxnSpPr>
        <p:spPr>
          <a:xfrm>
            <a:off x="11280818" y="864948"/>
            <a:ext cx="83139" cy="843362"/>
          </a:xfrm>
          <a:prstGeom prst="bentConnector3">
            <a:avLst>
              <a:gd name="adj1" fmla="val 37496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Scroll: Vertical 246">
            <a:extLst>
              <a:ext uri="{FF2B5EF4-FFF2-40B4-BE49-F238E27FC236}">
                <a16:creationId xmlns:a16="http://schemas.microsoft.com/office/drawing/2014/main" xmlns="" id="{51CC3103-0B3C-470B-B1F1-B4138EE772A4}"/>
              </a:ext>
            </a:extLst>
          </p:cNvPr>
          <p:cNvSpPr/>
          <p:nvPr/>
        </p:nvSpPr>
        <p:spPr>
          <a:xfrm>
            <a:off x="671373" y="5872442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248" name="Double Brace 247">
            <a:extLst>
              <a:ext uri="{FF2B5EF4-FFF2-40B4-BE49-F238E27FC236}">
                <a16:creationId xmlns:a16="http://schemas.microsoft.com/office/drawing/2014/main" xmlns="" id="{CF1D5B0B-D865-41A2-94A4-C81FC1FC79F8}"/>
              </a:ext>
            </a:extLst>
          </p:cNvPr>
          <p:cNvSpPr/>
          <p:nvPr/>
        </p:nvSpPr>
        <p:spPr>
          <a:xfrm>
            <a:off x="2663745" y="5784510"/>
            <a:ext cx="2228765" cy="4562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Bootpagescallback</a:t>
            </a:r>
            <a:endParaRPr lang="en-US" sz="1600" dirty="0"/>
          </a:p>
          <a:p>
            <a:pPr algn="ctr"/>
            <a:r>
              <a:rPr lang="en-US" sz="1600" dirty="0"/>
              <a:t>(event, </a:t>
            </a:r>
            <a:r>
              <a:rPr lang="en-US" sz="1600" dirty="0" err="1"/>
              <a:t>num</a:t>
            </a:r>
            <a:r>
              <a:rPr lang="en-US" sz="1600" dirty="0"/>
              <a:t>)</a:t>
            </a:r>
          </a:p>
        </p:txBody>
      </p:sp>
      <p:sp>
        <p:nvSpPr>
          <p:cNvPr id="249" name="Double Brace 248">
            <a:extLst>
              <a:ext uri="{FF2B5EF4-FFF2-40B4-BE49-F238E27FC236}">
                <a16:creationId xmlns:a16="http://schemas.microsoft.com/office/drawing/2014/main" xmlns="" id="{3DA1AE9C-9CAC-47A4-BBA7-75589511C114}"/>
              </a:ext>
            </a:extLst>
          </p:cNvPr>
          <p:cNvSpPr/>
          <p:nvPr/>
        </p:nvSpPr>
        <p:spPr>
          <a:xfrm>
            <a:off x="5284562" y="5784510"/>
            <a:ext cx="3284404" cy="4562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baseloadsegments.</a:t>
            </a:r>
          </a:p>
          <a:p>
            <a:pPr algn="ctr"/>
            <a:r>
              <a:rPr lang="en-US" sz="1600" dirty="0" err="1"/>
              <a:t>initialdatatableload</a:t>
            </a:r>
            <a:r>
              <a:rPr lang="en-US" sz="1600" dirty="0"/>
              <a:t>()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xmlns="" id="{D1D5EBA1-A9CC-42E3-B777-85F9F7200A30}"/>
              </a:ext>
            </a:extLst>
          </p:cNvPr>
          <p:cNvSpPr/>
          <p:nvPr/>
        </p:nvSpPr>
        <p:spPr>
          <a:xfrm>
            <a:off x="8831028" y="6113570"/>
            <a:ext cx="2897945" cy="55222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xmlns="" id="{73F7DEBE-651B-4681-8014-05BAD0641322}"/>
              </a:ext>
            </a:extLst>
          </p:cNvPr>
          <p:cNvCxnSpPr>
            <a:cxnSpLocks/>
            <a:stCxn id="249" idx="3"/>
            <a:endCxn id="250" idx="3"/>
          </p:cNvCxnSpPr>
          <p:nvPr/>
        </p:nvCxnSpPr>
        <p:spPr>
          <a:xfrm>
            <a:off x="8568966" y="6012630"/>
            <a:ext cx="3160007" cy="377052"/>
          </a:xfrm>
          <a:prstGeom prst="bentConnector3">
            <a:avLst>
              <a:gd name="adj1" fmla="val 1072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Scroll: Vertical 254">
            <a:extLst>
              <a:ext uri="{FF2B5EF4-FFF2-40B4-BE49-F238E27FC236}">
                <a16:creationId xmlns:a16="http://schemas.microsoft.com/office/drawing/2014/main" xmlns="" id="{6C6D8198-694B-4AA7-90D4-742C6BCA7637}"/>
              </a:ext>
            </a:extLst>
          </p:cNvPr>
          <p:cNvSpPr/>
          <p:nvPr/>
        </p:nvSpPr>
        <p:spPr>
          <a:xfrm>
            <a:off x="5944890" y="6318556"/>
            <a:ext cx="1677972" cy="322077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pageLoad.js</a:t>
            </a:r>
            <a:r>
              <a:rPr lang="en-US" dirty="0"/>
              <a:t>)</a:t>
            </a:r>
          </a:p>
        </p:txBody>
      </p:sp>
      <p:cxnSp>
        <p:nvCxnSpPr>
          <p:cNvPr id="316" name="Connector: Elbow 315">
            <a:extLst>
              <a:ext uri="{FF2B5EF4-FFF2-40B4-BE49-F238E27FC236}">
                <a16:creationId xmlns:a16="http://schemas.microsoft.com/office/drawing/2014/main" xmlns="" id="{79EC8AC8-17FF-4D6F-9574-CB7A8D1E2B16}"/>
              </a:ext>
            </a:extLst>
          </p:cNvPr>
          <p:cNvCxnSpPr>
            <a:stCxn id="40" idx="1"/>
            <a:endCxn id="247" idx="1"/>
          </p:cNvCxnSpPr>
          <p:nvPr/>
        </p:nvCxnSpPr>
        <p:spPr>
          <a:xfrm rot="10800000" flipH="1" flipV="1">
            <a:off x="520013" y="3232275"/>
            <a:ext cx="191619" cy="2801206"/>
          </a:xfrm>
          <a:prstGeom prst="bentConnector5">
            <a:avLst>
              <a:gd name="adj1" fmla="val -202932"/>
              <a:gd name="adj2" fmla="val 99049"/>
              <a:gd name="adj3" fmla="val 21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itle 1">
            <a:extLst>
              <a:ext uri="{FF2B5EF4-FFF2-40B4-BE49-F238E27FC236}">
                <a16:creationId xmlns:a16="http://schemas.microsoft.com/office/drawing/2014/main" xmlns="" id="{EECC9767-71B3-491F-A9DB-8DB1E3496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5141" y="-173975"/>
            <a:ext cx="9150284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Sort and Pagination Operations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1711716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xmlns="" id="{92C4EBB8-5EFE-4214-8665-B421CA5BF571}"/>
              </a:ext>
            </a:extLst>
          </p:cNvPr>
          <p:cNvSpPr/>
          <p:nvPr/>
        </p:nvSpPr>
        <p:spPr>
          <a:xfrm>
            <a:off x="0" y="2820505"/>
            <a:ext cx="12050495" cy="381883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1">
            <a:extLst>
              <a:ext uri="{FF2B5EF4-FFF2-40B4-BE49-F238E27FC236}">
                <a16:creationId xmlns:a16="http://schemas.microsoft.com/office/drawing/2014/main" xmlns="" id="{84C03F64-7DF3-4389-83B7-BA3498C0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6"/>
            <a:ext cx="65" cy="679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158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172B4D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" name="Scroll: Vertical 246">
            <a:extLst>
              <a:ext uri="{FF2B5EF4-FFF2-40B4-BE49-F238E27FC236}">
                <a16:creationId xmlns:a16="http://schemas.microsoft.com/office/drawing/2014/main" xmlns="" id="{51CC3103-0B3C-470B-B1F1-B4138EE772A4}"/>
              </a:ext>
            </a:extLst>
          </p:cNvPr>
          <p:cNvSpPr/>
          <p:nvPr/>
        </p:nvSpPr>
        <p:spPr>
          <a:xfrm>
            <a:off x="267181" y="5085786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248" name="Double Brace 247">
            <a:extLst>
              <a:ext uri="{FF2B5EF4-FFF2-40B4-BE49-F238E27FC236}">
                <a16:creationId xmlns:a16="http://schemas.microsoft.com/office/drawing/2014/main" xmlns="" id="{CF1D5B0B-D865-41A2-94A4-C81FC1FC79F8}"/>
              </a:ext>
            </a:extLst>
          </p:cNvPr>
          <p:cNvSpPr/>
          <p:nvPr/>
        </p:nvSpPr>
        <p:spPr>
          <a:xfrm>
            <a:off x="2301685" y="3570599"/>
            <a:ext cx="2037521" cy="502978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reqops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 err="1"/>
              <a:t>srchparams</a:t>
            </a:r>
            <a:r>
              <a:rPr lang="en-US" sz="1600" dirty="0"/>
              <a:t>()</a:t>
            </a:r>
          </a:p>
        </p:txBody>
      </p:sp>
      <p:sp>
        <p:nvSpPr>
          <p:cNvPr id="249" name="Double Brace 248">
            <a:extLst>
              <a:ext uri="{FF2B5EF4-FFF2-40B4-BE49-F238E27FC236}">
                <a16:creationId xmlns:a16="http://schemas.microsoft.com/office/drawing/2014/main" xmlns="" id="{3DA1AE9C-9CAC-47A4-BBA7-75589511C114}"/>
              </a:ext>
            </a:extLst>
          </p:cNvPr>
          <p:cNvSpPr/>
          <p:nvPr/>
        </p:nvSpPr>
        <p:spPr>
          <a:xfrm>
            <a:off x="4695740" y="5018704"/>
            <a:ext cx="3284404" cy="4562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Payloadprepared</a:t>
            </a:r>
            <a:r>
              <a:rPr lang="en-US" sz="1600"/>
              <a:t>()</a:t>
            </a:r>
            <a:endParaRPr lang="en-US" sz="1600" dirty="0"/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xmlns="" id="{D1D5EBA1-A9CC-42E3-B777-85F9F7200A30}"/>
              </a:ext>
            </a:extLst>
          </p:cNvPr>
          <p:cNvSpPr/>
          <p:nvPr/>
        </p:nvSpPr>
        <p:spPr>
          <a:xfrm>
            <a:off x="8588944" y="5032894"/>
            <a:ext cx="2897945" cy="41264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xmlns="" id="{73F7DEBE-651B-4681-8014-05BAD0641322}"/>
              </a:ext>
            </a:extLst>
          </p:cNvPr>
          <p:cNvCxnSpPr>
            <a:cxnSpLocks/>
            <a:stCxn id="249" idx="3"/>
            <a:endCxn id="250" idx="3"/>
          </p:cNvCxnSpPr>
          <p:nvPr/>
        </p:nvCxnSpPr>
        <p:spPr>
          <a:xfrm flipV="1">
            <a:off x="7980144" y="5239216"/>
            <a:ext cx="3506745" cy="7608"/>
          </a:xfrm>
          <a:prstGeom prst="bentConnector5">
            <a:avLst>
              <a:gd name="adj1" fmla="val 8680"/>
              <a:gd name="adj2" fmla="val 5816640"/>
              <a:gd name="adj3" fmla="val 1065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itle 1">
            <a:extLst>
              <a:ext uri="{FF2B5EF4-FFF2-40B4-BE49-F238E27FC236}">
                <a16:creationId xmlns:a16="http://schemas.microsoft.com/office/drawing/2014/main" xmlns="" id="{EECC9767-71B3-491F-A9DB-8DB1E3496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8298" y="-194206"/>
            <a:ext cx="9096065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Filter Operations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xmlns="" id="{D62ADE4E-CAED-4647-9B01-570B95A935D5}"/>
              </a:ext>
            </a:extLst>
          </p:cNvPr>
          <p:cNvSpPr/>
          <p:nvPr/>
        </p:nvSpPr>
        <p:spPr>
          <a:xfrm>
            <a:off x="408786" y="544451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 Operation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xmlns="" id="{997FED53-F7C8-41FF-8F07-910B00146C9A}"/>
              </a:ext>
            </a:extLst>
          </p:cNvPr>
          <p:cNvSpPr/>
          <p:nvPr/>
        </p:nvSpPr>
        <p:spPr>
          <a:xfrm>
            <a:off x="437065" y="1075391"/>
            <a:ext cx="2356703" cy="450791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Search fields render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xmlns="" id="{5235244D-215D-4EBB-AE7D-9619436D1D29}"/>
              </a:ext>
            </a:extLst>
          </p:cNvPr>
          <p:cNvCxnSpPr>
            <a:cxnSpLocks/>
            <a:stCxn id="45" idx="3"/>
            <a:endCxn id="53" idx="3"/>
          </p:cNvCxnSpPr>
          <p:nvPr/>
        </p:nvCxnSpPr>
        <p:spPr>
          <a:xfrm>
            <a:off x="2690073" y="714133"/>
            <a:ext cx="103695" cy="586654"/>
          </a:xfrm>
          <a:prstGeom prst="bentConnector3">
            <a:avLst>
              <a:gd name="adj1" fmla="val 3204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xmlns="" id="{FA373ACC-5283-4104-9FD1-71ED5E6A4489}"/>
              </a:ext>
            </a:extLst>
          </p:cNvPr>
          <p:cNvSpPr/>
          <p:nvPr/>
        </p:nvSpPr>
        <p:spPr>
          <a:xfrm>
            <a:off x="457406" y="2979047"/>
            <a:ext cx="3336142" cy="45307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Consolidated Filter</a:t>
            </a:r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xmlns="" id="{6619CB18-0226-42CA-B6EF-07FBCFDB7989}"/>
              </a:ext>
            </a:extLst>
          </p:cNvPr>
          <p:cNvSpPr/>
          <p:nvPr/>
        </p:nvSpPr>
        <p:spPr>
          <a:xfrm>
            <a:off x="267181" y="4371429"/>
            <a:ext cx="4410589" cy="518475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MultiSelect</a:t>
            </a:r>
            <a:r>
              <a:rPr lang="en-US" dirty="0"/>
              <a:t> Filter and Multi Column Filter</a:t>
            </a: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xmlns="" id="{E9AB41C9-CA1A-483B-93FA-2E0E62FD5C50}"/>
              </a:ext>
            </a:extLst>
          </p:cNvPr>
          <p:cNvSpPr/>
          <p:nvPr/>
        </p:nvSpPr>
        <p:spPr>
          <a:xfrm>
            <a:off x="3368121" y="518407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64" name="Double Bracket 63">
            <a:extLst>
              <a:ext uri="{FF2B5EF4-FFF2-40B4-BE49-F238E27FC236}">
                <a16:creationId xmlns:a16="http://schemas.microsoft.com/office/drawing/2014/main" xmlns="" id="{FF34092C-7A14-4663-93D2-5DB3CD525C94}"/>
              </a:ext>
            </a:extLst>
          </p:cNvPr>
          <p:cNvSpPr/>
          <p:nvPr/>
        </p:nvSpPr>
        <p:spPr>
          <a:xfrm>
            <a:off x="5176176" y="532974"/>
            <a:ext cx="1615228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controlbar</a:t>
            </a:r>
            <a:r>
              <a:rPr lang="en-US" sz="1400" dirty="0"/>
              <a:t>.html/</a:t>
            </a:r>
          </a:p>
        </p:txBody>
      </p:sp>
      <p:sp>
        <p:nvSpPr>
          <p:cNvPr id="66" name="Double Brace 65">
            <a:extLst>
              <a:ext uri="{FF2B5EF4-FFF2-40B4-BE49-F238E27FC236}">
                <a16:creationId xmlns:a16="http://schemas.microsoft.com/office/drawing/2014/main" xmlns="" id="{9895CA08-C468-45B9-A8EA-64A412EC84C7}"/>
              </a:ext>
            </a:extLst>
          </p:cNvPr>
          <p:cNvSpPr/>
          <p:nvPr/>
        </p:nvSpPr>
        <p:spPr>
          <a:xfrm>
            <a:off x="7154156" y="427056"/>
            <a:ext cx="2256107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htmlpopulate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 err="1"/>
              <a:t>htmlpopulatefilterbar</a:t>
            </a:r>
            <a:r>
              <a:rPr lang="en-US" sz="1600" dirty="0"/>
              <a:t>()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xmlns="" id="{C0AD2D7E-EA1A-4BA6-9E25-3D67FB3CF257}"/>
              </a:ext>
            </a:extLst>
          </p:cNvPr>
          <p:cNvSpPr/>
          <p:nvPr/>
        </p:nvSpPr>
        <p:spPr>
          <a:xfrm>
            <a:off x="9519226" y="128821"/>
            <a:ext cx="2531269" cy="117196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Server stack </a:t>
            </a:r>
            <a:r>
              <a:rPr lang="en-US" sz="1400" dirty="0" err="1"/>
              <a:t>Obj</a:t>
            </a:r>
            <a:r>
              <a:rPr lang="en-US" sz="1400" dirty="0"/>
              <a:t> applied and </a:t>
            </a:r>
            <a:r>
              <a:rPr lang="en-US" sz="1400" dirty="0" err="1"/>
              <a:t>validationconfig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populating search  and consolidate search fields</a:t>
            </a:r>
          </a:p>
        </p:txBody>
      </p:sp>
      <p:sp>
        <p:nvSpPr>
          <p:cNvPr id="68" name="Scroll: Vertical 67">
            <a:extLst>
              <a:ext uri="{FF2B5EF4-FFF2-40B4-BE49-F238E27FC236}">
                <a16:creationId xmlns:a16="http://schemas.microsoft.com/office/drawing/2014/main" xmlns="" id="{A7E6892F-3F9A-43A3-83FD-DA5C3C3E8CE4}"/>
              </a:ext>
            </a:extLst>
          </p:cNvPr>
          <p:cNvSpPr/>
          <p:nvPr/>
        </p:nvSpPr>
        <p:spPr>
          <a:xfrm>
            <a:off x="7454246" y="42379"/>
            <a:ext cx="1677972" cy="322077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pageLoad.js</a:t>
            </a:r>
            <a:r>
              <a:rPr lang="en-US" dirty="0"/>
              <a:t>)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xmlns="" id="{F452E40A-783C-4EB3-8756-BA74D2E4B859}"/>
              </a:ext>
            </a:extLst>
          </p:cNvPr>
          <p:cNvCxnSpPr>
            <a:cxnSpLocks/>
            <a:stCxn id="66" idx="3"/>
            <a:endCxn id="67" idx="1"/>
          </p:cNvCxnSpPr>
          <p:nvPr/>
        </p:nvCxnSpPr>
        <p:spPr>
          <a:xfrm flipV="1">
            <a:off x="9410263" y="714804"/>
            <a:ext cx="108963" cy="2588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xmlns="" id="{4BF31BD0-3A5E-4C47-80B7-DDA49E9A6100}"/>
              </a:ext>
            </a:extLst>
          </p:cNvPr>
          <p:cNvSpPr/>
          <p:nvPr/>
        </p:nvSpPr>
        <p:spPr>
          <a:xfrm>
            <a:off x="4681674" y="1394959"/>
            <a:ext cx="3280500" cy="10014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/>
          </a:p>
          <a:p>
            <a:r>
              <a:rPr lang="en-US" sz="1400" dirty="0"/>
              <a:t>[conventional search </a:t>
            </a:r>
            <a:r>
              <a:rPr lang="en-US" sz="1400" dirty="0" err="1"/>
              <a:t>multiselect.searchbarauto</a:t>
            </a:r>
            <a:endParaRPr lang="en-US" sz="1400" dirty="0"/>
          </a:p>
          <a:p>
            <a:r>
              <a:rPr lang="en-US" sz="1400" dirty="0"/>
              <a:t>complete(this) is applied to respective  element]</a:t>
            </a:r>
          </a:p>
          <a:p>
            <a:endParaRPr lang="en-US" sz="1400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1F737AAB-E3BF-48AA-889B-4584325197B5}"/>
              </a:ext>
            </a:extLst>
          </p:cNvPr>
          <p:cNvSpPr/>
          <p:nvPr/>
        </p:nvSpPr>
        <p:spPr>
          <a:xfrm>
            <a:off x="8847754" y="1576270"/>
            <a:ext cx="3008670" cy="76167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consolidated search  </a:t>
            </a:r>
            <a:r>
              <a:rPr lang="en-US" sz="1400" dirty="0" err="1"/>
              <a:t>reqops.consolidatesearch</a:t>
            </a:r>
            <a:r>
              <a:rPr lang="en-US" sz="1400" dirty="0"/>
              <a:t>()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xmlns="" id="{274CE413-70BE-48A9-BC91-AC46FA7B668D}"/>
              </a:ext>
            </a:extLst>
          </p:cNvPr>
          <p:cNvCxnSpPr>
            <a:cxnSpLocks/>
            <a:stCxn id="66" idx="2"/>
            <a:endCxn id="74" idx="0"/>
          </p:cNvCxnSpPr>
          <p:nvPr/>
        </p:nvCxnSpPr>
        <p:spPr>
          <a:xfrm rot="5400000">
            <a:off x="7131751" y="244499"/>
            <a:ext cx="340633" cy="19602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croll: Vertical 96">
            <a:extLst>
              <a:ext uri="{FF2B5EF4-FFF2-40B4-BE49-F238E27FC236}">
                <a16:creationId xmlns:a16="http://schemas.microsoft.com/office/drawing/2014/main" xmlns="" id="{620E0D69-DA91-40B9-9E91-2478EA49B42B}"/>
              </a:ext>
            </a:extLst>
          </p:cNvPr>
          <p:cNvSpPr/>
          <p:nvPr/>
        </p:nvSpPr>
        <p:spPr>
          <a:xfrm>
            <a:off x="275197" y="3566929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99" name="Double Brace 98">
            <a:extLst>
              <a:ext uri="{FF2B5EF4-FFF2-40B4-BE49-F238E27FC236}">
                <a16:creationId xmlns:a16="http://schemas.microsoft.com/office/drawing/2014/main" xmlns="" id="{B2CF9116-7D51-457A-94F3-0FFDE5DF70E8}"/>
              </a:ext>
            </a:extLst>
          </p:cNvPr>
          <p:cNvSpPr/>
          <p:nvPr/>
        </p:nvSpPr>
        <p:spPr>
          <a:xfrm>
            <a:off x="4677770" y="3604521"/>
            <a:ext cx="3284404" cy="4562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payloadprepared</a:t>
            </a:r>
            <a:r>
              <a:rPr lang="en-US" sz="1600" dirty="0"/>
              <a:t>()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xmlns="" id="{181CBFC2-A4C6-4E0B-90EC-8C13FE3637B3}"/>
              </a:ext>
            </a:extLst>
          </p:cNvPr>
          <p:cNvSpPr/>
          <p:nvPr/>
        </p:nvSpPr>
        <p:spPr>
          <a:xfrm>
            <a:off x="8768292" y="3566929"/>
            <a:ext cx="2897945" cy="55222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6E302584-1333-4FE9-B52D-12D68E7D6B3E}"/>
              </a:ext>
            </a:extLst>
          </p:cNvPr>
          <p:cNvCxnSpPr>
            <a:cxnSpLocks/>
            <a:stCxn id="99" idx="3"/>
            <a:endCxn id="101" idx="3"/>
          </p:cNvCxnSpPr>
          <p:nvPr/>
        </p:nvCxnSpPr>
        <p:spPr>
          <a:xfrm>
            <a:off x="7962174" y="3832641"/>
            <a:ext cx="3704063" cy="10400"/>
          </a:xfrm>
          <a:prstGeom prst="bentConnector5">
            <a:avLst>
              <a:gd name="adj1" fmla="val 10882"/>
              <a:gd name="adj2" fmla="val -4753000"/>
              <a:gd name="adj3" fmla="val 10617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Double Brace 104">
            <a:extLst>
              <a:ext uri="{FF2B5EF4-FFF2-40B4-BE49-F238E27FC236}">
                <a16:creationId xmlns:a16="http://schemas.microsoft.com/office/drawing/2014/main" xmlns="" id="{3282638C-53DA-47BC-AE24-FC0C5D3EA1C3}"/>
              </a:ext>
            </a:extLst>
          </p:cNvPr>
          <p:cNvSpPr/>
          <p:nvPr/>
        </p:nvSpPr>
        <p:spPr>
          <a:xfrm>
            <a:off x="2206064" y="5018704"/>
            <a:ext cx="2228765" cy="4562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reqops</a:t>
            </a:r>
            <a:r>
              <a:rPr lang="en-US" sz="1600" dirty="0"/>
              <a:t>. </a:t>
            </a:r>
            <a:r>
              <a:rPr lang="en-US" sz="1600" dirty="0" err="1"/>
              <a:t>Consolidatesearch</a:t>
            </a:r>
            <a:r>
              <a:rPr lang="en-US" sz="1600" dirty="0"/>
              <a:t>()</a:t>
            </a:r>
          </a:p>
        </p:txBody>
      </p:sp>
      <p:sp>
        <p:nvSpPr>
          <p:cNvPr id="111" name="Double Brace 110">
            <a:extLst>
              <a:ext uri="{FF2B5EF4-FFF2-40B4-BE49-F238E27FC236}">
                <a16:creationId xmlns:a16="http://schemas.microsoft.com/office/drawing/2014/main" xmlns="" id="{DD9E956A-68C2-4C51-9992-5E286FB46A94}"/>
              </a:ext>
            </a:extLst>
          </p:cNvPr>
          <p:cNvSpPr/>
          <p:nvPr/>
        </p:nvSpPr>
        <p:spPr>
          <a:xfrm>
            <a:off x="8584277" y="5651861"/>
            <a:ext cx="3272147" cy="57397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htmlpopulate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 err="1"/>
              <a:t>highlightconsolidatesearch</a:t>
            </a:r>
            <a:r>
              <a:rPr lang="en-US" sz="1600" dirty="0"/>
              <a:t>()</a:t>
            </a:r>
          </a:p>
        </p:txBody>
      </p:sp>
      <p:sp>
        <p:nvSpPr>
          <p:cNvPr id="112" name="Scroll: Vertical 111">
            <a:extLst>
              <a:ext uri="{FF2B5EF4-FFF2-40B4-BE49-F238E27FC236}">
                <a16:creationId xmlns:a16="http://schemas.microsoft.com/office/drawing/2014/main" xmlns="" id="{08478FC4-4EA1-4B62-B8AA-F3C6C547809A}"/>
              </a:ext>
            </a:extLst>
          </p:cNvPr>
          <p:cNvSpPr/>
          <p:nvPr/>
        </p:nvSpPr>
        <p:spPr>
          <a:xfrm>
            <a:off x="9228322" y="6261480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htmlPopulate.js</a:t>
            </a:r>
            <a:r>
              <a:rPr lang="en-US" dirty="0"/>
              <a:t>)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xmlns="" id="{50517F5A-86B1-45CB-96E6-E08F2F9F88A6}"/>
              </a:ext>
            </a:extLst>
          </p:cNvPr>
          <p:cNvCxnSpPr>
            <a:cxnSpLocks/>
            <a:stCxn id="249" idx="3"/>
            <a:endCxn id="111" idx="1"/>
          </p:cNvCxnSpPr>
          <p:nvPr/>
        </p:nvCxnSpPr>
        <p:spPr>
          <a:xfrm>
            <a:off x="7980144" y="5246824"/>
            <a:ext cx="604133" cy="6920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xmlns="" id="{0AB97426-9B55-4749-A93F-71F93FA963D8}"/>
              </a:ext>
            </a:extLst>
          </p:cNvPr>
          <p:cNvCxnSpPr>
            <a:cxnSpLocks/>
            <a:stCxn id="53" idx="2"/>
            <a:endCxn id="63" idx="2"/>
          </p:cNvCxnSpPr>
          <p:nvPr/>
        </p:nvCxnSpPr>
        <p:spPr>
          <a:xfrm rot="5400000" flipH="1" flipV="1">
            <a:off x="2572630" y="-33450"/>
            <a:ext cx="602419" cy="2516846"/>
          </a:xfrm>
          <a:prstGeom prst="bentConnector3">
            <a:avLst>
              <a:gd name="adj1" fmla="val -3794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croll: Vertical 77">
            <a:extLst>
              <a:ext uri="{FF2B5EF4-FFF2-40B4-BE49-F238E27FC236}">
                <a16:creationId xmlns:a16="http://schemas.microsoft.com/office/drawing/2014/main" xmlns="" id="{6CB3356D-E1E3-40F4-BCCB-2EAB0A991C30}"/>
              </a:ext>
            </a:extLst>
          </p:cNvPr>
          <p:cNvSpPr/>
          <p:nvPr/>
        </p:nvSpPr>
        <p:spPr>
          <a:xfrm>
            <a:off x="9485056" y="2367671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baseutils.js</a:t>
            </a:r>
            <a:r>
              <a:rPr lang="en-US" dirty="0"/>
              <a:t>)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xmlns="" id="{6781933E-A37A-4367-9FC7-C0A4303B76F8}"/>
              </a:ext>
            </a:extLst>
          </p:cNvPr>
          <p:cNvCxnSpPr>
            <a:cxnSpLocks/>
            <a:stCxn id="67" idx="2"/>
            <a:endCxn id="75" idx="1"/>
          </p:cNvCxnSpPr>
          <p:nvPr/>
        </p:nvCxnSpPr>
        <p:spPr>
          <a:xfrm rot="5400000">
            <a:off x="9488147" y="660394"/>
            <a:ext cx="656322" cy="1937107"/>
          </a:xfrm>
          <a:prstGeom prst="bentConnector4">
            <a:avLst>
              <a:gd name="adj1" fmla="val 20987"/>
              <a:gd name="adj2" fmla="val 1118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2157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>
            <a:extLst>
              <a:ext uri="{FF2B5EF4-FFF2-40B4-BE49-F238E27FC236}">
                <a16:creationId xmlns:a16="http://schemas.microsoft.com/office/drawing/2014/main" xmlns="" id="{84C03F64-7DF3-4389-83B7-BA3498C0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6"/>
            <a:ext cx="65" cy="679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158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172B4D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0" name="Title 1">
            <a:extLst>
              <a:ext uri="{FF2B5EF4-FFF2-40B4-BE49-F238E27FC236}">
                <a16:creationId xmlns:a16="http://schemas.microsoft.com/office/drawing/2014/main" xmlns="" id="{EECC9767-71B3-491F-A9DB-8DB1E3496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3411" y="-23290"/>
            <a:ext cx="9096065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Create and Update Operations</a:t>
            </a:r>
          </a:p>
        </p:txBody>
      </p:sp>
      <p:sp>
        <p:nvSpPr>
          <p:cNvPr id="63" name="Flowchart: Process 62">
            <a:extLst>
              <a:ext uri="{FF2B5EF4-FFF2-40B4-BE49-F238E27FC236}">
                <a16:creationId xmlns:a16="http://schemas.microsoft.com/office/drawing/2014/main" xmlns="" id="{E9AB41C9-CA1A-483B-93FA-2E0E62FD5C50}"/>
              </a:ext>
            </a:extLst>
          </p:cNvPr>
          <p:cNvSpPr/>
          <p:nvPr/>
        </p:nvSpPr>
        <p:spPr>
          <a:xfrm>
            <a:off x="738828" y="991300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64" name="Double Bracket 63">
            <a:extLst>
              <a:ext uri="{FF2B5EF4-FFF2-40B4-BE49-F238E27FC236}">
                <a16:creationId xmlns:a16="http://schemas.microsoft.com/office/drawing/2014/main" xmlns="" id="{FF34092C-7A14-4663-93D2-5DB3CD525C94}"/>
              </a:ext>
            </a:extLst>
          </p:cNvPr>
          <p:cNvSpPr/>
          <p:nvPr/>
        </p:nvSpPr>
        <p:spPr>
          <a:xfrm>
            <a:off x="2721554" y="972398"/>
            <a:ext cx="1615228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modal</a:t>
            </a:r>
            <a:r>
              <a:rPr lang="en-US" sz="1400" dirty="0"/>
              <a:t>.html/</a:t>
            </a:r>
          </a:p>
        </p:txBody>
      </p:sp>
      <p:sp>
        <p:nvSpPr>
          <p:cNvPr id="66" name="Double Brace 65">
            <a:extLst>
              <a:ext uri="{FF2B5EF4-FFF2-40B4-BE49-F238E27FC236}">
                <a16:creationId xmlns:a16="http://schemas.microsoft.com/office/drawing/2014/main" xmlns="" id="{9895CA08-C468-45B9-A8EA-64A412EC84C7}"/>
              </a:ext>
            </a:extLst>
          </p:cNvPr>
          <p:cNvSpPr/>
          <p:nvPr/>
        </p:nvSpPr>
        <p:spPr>
          <a:xfrm>
            <a:off x="4697674" y="884335"/>
            <a:ext cx="2256107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reqops.btnSubmit</a:t>
            </a:r>
            <a:r>
              <a:rPr lang="en-US" sz="1600" dirty="0"/>
              <a:t>()</a:t>
            </a:r>
          </a:p>
        </p:txBody>
      </p:sp>
      <p:sp>
        <p:nvSpPr>
          <p:cNvPr id="97" name="Scroll: Vertical 96">
            <a:extLst>
              <a:ext uri="{FF2B5EF4-FFF2-40B4-BE49-F238E27FC236}">
                <a16:creationId xmlns:a16="http://schemas.microsoft.com/office/drawing/2014/main" xmlns="" id="{620E0D69-DA91-40B9-9E91-2478EA49B42B}"/>
              </a:ext>
            </a:extLst>
          </p:cNvPr>
          <p:cNvSpPr/>
          <p:nvPr/>
        </p:nvSpPr>
        <p:spPr>
          <a:xfrm>
            <a:off x="7214063" y="1009765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xmlns="" id="{181CBFC2-A4C6-4E0B-90EC-8C13FE3637B3}"/>
              </a:ext>
            </a:extLst>
          </p:cNvPr>
          <p:cNvSpPr/>
          <p:nvPr/>
        </p:nvSpPr>
        <p:spPr>
          <a:xfrm>
            <a:off x="4376754" y="2410999"/>
            <a:ext cx="2897945" cy="55222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Scroll: Vertical 111">
            <a:extLst>
              <a:ext uri="{FF2B5EF4-FFF2-40B4-BE49-F238E27FC236}">
                <a16:creationId xmlns:a16="http://schemas.microsoft.com/office/drawing/2014/main" xmlns="" id="{08478FC4-4EA1-4B62-B8AA-F3C6C547809A}"/>
              </a:ext>
            </a:extLst>
          </p:cNvPr>
          <p:cNvSpPr/>
          <p:nvPr/>
        </p:nvSpPr>
        <p:spPr>
          <a:xfrm>
            <a:off x="1278168" y="3065797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i="1" dirty="0"/>
              <a:t>pageload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sp>
        <p:nvSpPr>
          <p:cNvPr id="39" name="Double Brace 38">
            <a:extLst>
              <a:ext uri="{FF2B5EF4-FFF2-40B4-BE49-F238E27FC236}">
                <a16:creationId xmlns:a16="http://schemas.microsoft.com/office/drawing/2014/main" xmlns="" id="{524472B7-D98D-455D-81FE-697B249FB40A}"/>
              </a:ext>
            </a:extLst>
          </p:cNvPr>
          <p:cNvSpPr/>
          <p:nvPr/>
        </p:nvSpPr>
        <p:spPr>
          <a:xfrm>
            <a:off x="9252927" y="832837"/>
            <a:ext cx="2256107" cy="627270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basefunction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/>
              <a:t>insert(base)</a:t>
            </a:r>
          </a:p>
        </p:txBody>
      </p:sp>
      <p:sp>
        <p:nvSpPr>
          <p:cNvPr id="40" name="Scroll: Vertical 39">
            <a:extLst>
              <a:ext uri="{FF2B5EF4-FFF2-40B4-BE49-F238E27FC236}">
                <a16:creationId xmlns:a16="http://schemas.microsoft.com/office/drawing/2014/main" xmlns="" id="{7183FAB9-5858-4287-9FC4-66F939CD6959}"/>
              </a:ext>
            </a:extLst>
          </p:cNvPr>
          <p:cNvSpPr/>
          <p:nvPr/>
        </p:nvSpPr>
        <p:spPr>
          <a:xfrm>
            <a:off x="9512046" y="1619368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app_module.js</a:t>
            </a:r>
            <a:r>
              <a:rPr lang="en-US" dirty="0"/>
              <a:t>)</a:t>
            </a:r>
          </a:p>
        </p:txBody>
      </p:sp>
      <p:sp>
        <p:nvSpPr>
          <p:cNvPr id="42" name="Double Brace 41">
            <a:extLst>
              <a:ext uri="{FF2B5EF4-FFF2-40B4-BE49-F238E27FC236}">
                <a16:creationId xmlns:a16="http://schemas.microsoft.com/office/drawing/2014/main" xmlns="" id="{0A7782BF-ADBC-464C-BD01-1AE5564C0F3C}"/>
              </a:ext>
            </a:extLst>
          </p:cNvPr>
          <p:cNvSpPr/>
          <p:nvPr/>
        </p:nvSpPr>
        <p:spPr>
          <a:xfrm>
            <a:off x="602994" y="2393300"/>
            <a:ext cx="3272147" cy="57397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baseloadsegments.</a:t>
            </a:r>
          </a:p>
          <a:p>
            <a:pPr algn="ctr"/>
            <a:r>
              <a:rPr lang="en-US" sz="1600" dirty="0" err="1"/>
              <a:t>initialdatatableload</a:t>
            </a:r>
            <a:r>
              <a:rPr lang="en-US" sz="1600" dirty="0"/>
              <a:t>()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xmlns="" id="{97C8D9C1-7507-4446-B213-FDD6A98C518D}"/>
              </a:ext>
            </a:extLst>
          </p:cNvPr>
          <p:cNvCxnSpPr>
            <a:stCxn id="39" idx="3"/>
            <a:endCxn id="42" idx="0"/>
          </p:cNvCxnSpPr>
          <p:nvPr/>
        </p:nvCxnSpPr>
        <p:spPr>
          <a:xfrm flipH="1">
            <a:off x="2239068" y="1146472"/>
            <a:ext cx="9269966" cy="1246828"/>
          </a:xfrm>
          <a:prstGeom prst="bentConnector4">
            <a:avLst>
              <a:gd name="adj1" fmla="val -2466"/>
              <a:gd name="adj2" fmla="val 745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lowchart: Process 53">
            <a:extLst>
              <a:ext uri="{FF2B5EF4-FFF2-40B4-BE49-F238E27FC236}">
                <a16:creationId xmlns:a16="http://schemas.microsoft.com/office/drawing/2014/main" xmlns="" id="{8B32BDE6-33BC-4933-861A-C93AF9CE38A2}"/>
              </a:ext>
            </a:extLst>
          </p:cNvPr>
          <p:cNvSpPr/>
          <p:nvPr/>
        </p:nvSpPr>
        <p:spPr>
          <a:xfrm>
            <a:off x="602994" y="4266528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56" name="Double Bracket 55">
            <a:extLst>
              <a:ext uri="{FF2B5EF4-FFF2-40B4-BE49-F238E27FC236}">
                <a16:creationId xmlns:a16="http://schemas.microsoft.com/office/drawing/2014/main" xmlns="" id="{49920BF5-07AC-4F64-899D-7C40BD6AFA90}"/>
              </a:ext>
            </a:extLst>
          </p:cNvPr>
          <p:cNvSpPr/>
          <p:nvPr/>
        </p:nvSpPr>
        <p:spPr>
          <a:xfrm>
            <a:off x="2585720" y="4247626"/>
            <a:ext cx="1615228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modal</a:t>
            </a:r>
            <a:r>
              <a:rPr lang="en-US" sz="1400" dirty="0"/>
              <a:t>.html/</a:t>
            </a:r>
          </a:p>
        </p:txBody>
      </p:sp>
      <p:sp>
        <p:nvSpPr>
          <p:cNvPr id="57" name="Scroll: Vertical 56">
            <a:extLst>
              <a:ext uri="{FF2B5EF4-FFF2-40B4-BE49-F238E27FC236}">
                <a16:creationId xmlns:a16="http://schemas.microsoft.com/office/drawing/2014/main" xmlns="" id="{0C466725-CF3B-43BE-8C7E-DEF32CBBF1A8}"/>
              </a:ext>
            </a:extLst>
          </p:cNvPr>
          <p:cNvSpPr/>
          <p:nvPr/>
        </p:nvSpPr>
        <p:spPr>
          <a:xfrm>
            <a:off x="7078229" y="4284993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xmlns="" id="{88B4148D-15DD-4CF0-89B5-C42296F8435F}"/>
              </a:ext>
            </a:extLst>
          </p:cNvPr>
          <p:cNvSpPr/>
          <p:nvPr/>
        </p:nvSpPr>
        <p:spPr>
          <a:xfrm>
            <a:off x="4376753" y="5660074"/>
            <a:ext cx="2897945" cy="55222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table render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Scroll: Vertical 60">
            <a:extLst>
              <a:ext uri="{FF2B5EF4-FFF2-40B4-BE49-F238E27FC236}">
                <a16:creationId xmlns:a16="http://schemas.microsoft.com/office/drawing/2014/main" xmlns="" id="{539E40E2-A7D1-4D6D-AE79-09577B9AF1A9}"/>
              </a:ext>
            </a:extLst>
          </p:cNvPr>
          <p:cNvSpPr/>
          <p:nvPr/>
        </p:nvSpPr>
        <p:spPr>
          <a:xfrm>
            <a:off x="1415448" y="6243909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i="1" dirty="0"/>
              <a:t>pageload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sp>
        <p:nvSpPr>
          <p:cNvPr id="62" name="Scroll: Vertical 61">
            <a:extLst>
              <a:ext uri="{FF2B5EF4-FFF2-40B4-BE49-F238E27FC236}">
                <a16:creationId xmlns:a16="http://schemas.microsoft.com/office/drawing/2014/main" xmlns="" id="{CBF1F04C-CAC7-4ABF-9A33-E28AD244BF69}"/>
              </a:ext>
            </a:extLst>
          </p:cNvPr>
          <p:cNvSpPr/>
          <p:nvPr/>
        </p:nvSpPr>
        <p:spPr>
          <a:xfrm>
            <a:off x="9376212" y="4894596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app_module.js</a:t>
            </a:r>
            <a:r>
              <a:rPr lang="en-US" dirty="0"/>
              <a:t>)</a:t>
            </a:r>
          </a:p>
        </p:txBody>
      </p:sp>
      <p:sp>
        <p:nvSpPr>
          <p:cNvPr id="65" name="Double Brace 64">
            <a:extLst>
              <a:ext uri="{FF2B5EF4-FFF2-40B4-BE49-F238E27FC236}">
                <a16:creationId xmlns:a16="http://schemas.microsoft.com/office/drawing/2014/main" xmlns="" id="{19BD65E8-1F1C-4D2E-9437-C4A3D71644EB}"/>
              </a:ext>
            </a:extLst>
          </p:cNvPr>
          <p:cNvSpPr/>
          <p:nvPr/>
        </p:nvSpPr>
        <p:spPr>
          <a:xfrm>
            <a:off x="671089" y="5609716"/>
            <a:ext cx="3272147" cy="57397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baseloadsegments.</a:t>
            </a:r>
          </a:p>
          <a:p>
            <a:pPr algn="ctr"/>
            <a:r>
              <a:rPr lang="en-US" sz="1600" dirty="0" err="1"/>
              <a:t>initialdatatableload</a:t>
            </a:r>
            <a:r>
              <a:rPr lang="en-US" sz="1600" dirty="0"/>
              <a:t>()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xmlns="" id="{2CA82329-243B-4831-A8EC-328F992B42DD}"/>
              </a:ext>
            </a:extLst>
          </p:cNvPr>
          <p:cNvCxnSpPr>
            <a:cxnSpLocks/>
            <a:stCxn id="73" idx="3"/>
            <a:endCxn id="65" idx="0"/>
          </p:cNvCxnSpPr>
          <p:nvPr/>
        </p:nvCxnSpPr>
        <p:spPr>
          <a:xfrm flipH="1">
            <a:off x="2307163" y="4399005"/>
            <a:ext cx="9033645" cy="1210711"/>
          </a:xfrm>
          <a:prstGeom prst="bentConnector4">
            <a:avLst>
              <a:gd name="adj1" fmla="val -2531"/>
              <a:gd name="adj2" fmla="val 8019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Double Brace 71">
            <a:extLst>
              <a:ext uri="{FF2B5EF4-FFF2-40B4-BE49-F238E27FC236}">
                <a16:creationId xmlns:a16="http://schemas.microsoft.com/office/drawing/2014/main" xmlns="" id="{D5FF2791-7DC3-488C-B3FA-B606FB412D08}"/>
              </a:ext>
            </a:extLst>
          </p:cNvPr>
          <p:cNvSpPr/>
          <p:nvPr/>
        </p:nvSpPr>
        <p:spPr>
          <a:xfrm>
            <a:off x="4561840" y="4108065"/>
            <a:ext cx="2256107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reqops.btnSubmit</a:t>
            </a:r>
            <a:r>
              <a:rPr lang="en-US" sz="1600" dirty="0"/>
              <a:t>()</a:t>
            </a:r>
          </a:p>
        </p:txBody>
      </p:sp>
      <p:sp>
        <p:nvSpPr>
          <p:cNvPr id="73" name="Double Brace 72">
            <a:extLst>
              <a:ext uri="{FF2B5EF4-FFF2-40B4-BE49-F238E27FC236}">
                <a16:creationId xmlns:a16="http://schemas.microsoft.com/office/drawing/2014/main" xmlns="" id="{E362D9BA-8305-4CFA-B226-B8A0BD22A7CF}"/>
              </a:ext>
            </a:extLst>
          </p:cNvPr>
          <p:cNvSpPr/>
          <p:nvPr/>
        </p:nvSpPr>
        <p:spPr>
          <a:xfrm>
            <a:off x="9084701" y="4085370"/>
            <a:ext cx="2256107" cy="627270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basefunction</a:t>
            </a:r>
            <a:r>
              <a:rPr lang="en-US" sz="1600" dirty="0"/>
              <a:t>.</a:t>
            </a:r>
          </a:p>
          <a:p>
            <a:pPr algn="ctr"/>
            <a:r>
              <a:rPr lang="en-US" sz="1600" dirty="0"/>
              <a:t>update(base)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C50FD0D8-CA03-487D-A38C-94222599E501}"/>
              </a:ext>
            </a:extLst>
          </p:cNvPr>
          <p:cNvSpPr/>
          <p:nvPr/>
        </p:nvSpPr>
        <p:spPr>
          <a:xfrm>
            <a:off x="86159" y="3723810"/>
            <a:ext cx="1033670" cy="274725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xmlns="" id="{A1DCF8B8-9965-47AB-929A-8AFA5BCF56F0}"/>
              </a:ext>
            </a:extLst>
          </p:cNvPr>
          <p:cNvSpPr/>
          <p:nvPr/>
        </p:nvSpPr>
        <p:spPr>
          <a:xfrm>
            <a:off x="221993" y="458985"/>
            <a:ext cx="1033670" cy="274725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xmlns="" id="{9B74DAD2-5BA0-46A6-8FFC-07E1FC4EC635}"/>
              </a:ext>
            </a:extLst>
          </p:cNvPr>
          <p:cNvCxnSpPr>
            <a:cxnSpLocks/>
            <a:stCxn id="77" idx="2"/>
            <a:endCxn id="63" idx="0"/>
          </p:cNvCxnSpPr>
          <p:nvPr/>
        </p:nvCxnSpPr>
        <p:spPr>
          <a:xfrm rot="16200000" flipH="1">
            <a:off x="992104" y="480434"/>
            <a:ext cx="257590" cy="7641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xmlns="" id="{3417FB30-1829-4620-ACD3-E1E2C182D78B}"/>
              </a:ext>
            </a:extLst>
          </p:cNvPr>
          <p:cNvCxnSpPr>
            <a:stCxn id="16" idx="2"/>
            <a:endCxn id="54" idx="0"/>
          </p:cNvCxnSpPr>
          <p:nvPr/>
        </p:nvCxnSpPr>
        <p:spPr>
          <a:xfrm rot="16200000" flipH="1">
            <a:off x="851069" y="3750460"/>
            <a:ext cx="267993" cy="7641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Double Brace 78">
            <a:extLst>
              <a:ext uri="{FF2B5EF4-FFF2-40B4-BE49-F238E27FC236}">
                <a16:creationId xmlns:a16="http://schemas.microsoft.com/office/drawing/2014/main" xmlns="" id="{F8C029AC-BED6-4DB7-B102-AD8A9DF00EB3}"/>
              </a:ext>
            </a:extLst>
          </p:cNvPr>
          <p:cNvSpPr/>
          <p:nvPr/>
        </p:nvSpPr>
        <p:spPr>
          <a:xfrm>
            <a:off x="8053049" y="2387967"/>
            <a:ext cx="2256107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dirty="0" err="1"/>
              <a:t>reqops.clearControls</a:t>
            </a:r>
            <a:r>
              <a:rPr lang="en-US" sz="1600" dirty="0"/>
              <a:t>()</a:t>
            </a:r>
          </a:p>
        </p:txBody>
      </p:sp>
      <p:sp>
        <p:nvSpPr>
          <p:cNvPr id="83" name="Double Brace 82">
            <a:extLst>
              <a:ext uri="{FF2B5EF4-FFF2-40B4-BE49-F238E27FC236}">
                <a16:creationId xmlns:a16="http://schemas.microsoft.com/office/drawing/2014/main" xmlns="" id="{BB38FCF0-F818-4A17-9710-F73A6E8FFB35}"/>
              </a:ext>
            </a:extLst>
          </p:cNvPr>
          <p:cNvSpPr/>
          <p:nvPr/>
        </p:nvSpPr>
        <p:spPr>
          <a:xfrm>
            <a:off x="7956647" y="5563191"/>
            <a:ext cx="2256107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dirty="0" err="1"/>
              <a:t>reqops.clearControls</a:t>
            </a:r>
            <a:r>
              <a:rPr lang="en-US" sz="1600" dirty="0"/>
              <a:t>()</a:t>
            </a:r>
          </a:p>
        </p:txBody>
      </p:sp>
      <p:sp>
        <p:nvSpPr>
          <p:cNvPr id="31" name="Double Brace 30">
            <a:extLst>
              <a:ext uri="{FF2B5EF4-FFF2-40B4-BE49-F238E27FC236}">
                <a16:creationId xmlns:a16="http://schemas.microsoft.com/office/drawing/2014/main" xmlns="" id="{DB11E22E-BAD4-4B78-8755-99DB6265A38E}"/>
              </a:ext>
            </a:extLst>
          </p:cNvPr>
          <p:cNvSpPr/>
          <p:nvPr/>
        </p:nvSpPr>
        <p:spPr>
          <a:xfrm>
            <a:off x="9287054" y="252730"/>
            <a:ext cx="2221980" cy="529650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b="1" dirty="0"/>
              <a:t>&lt;</a:t>
            </a:r>
            <a:r>
              <a:rPr lang="en-US" sz="1600" b="1" dirty="0" err="1"/>
              <a:t>Actionfunction</a:t>
            </a:r>
            <a:r>
              <a:rPr lang="en-US" sz="1600" b="1" dirty="0"/>
              <a:t>(this)&gt;</a:t>
            </a:r>
          </a:p>
        </p:txBody>
      </p:sp>
      <p:sp>
        <p:nvSpPr>
          <p:cNvPr id="32" name="Double Brace 31">
            <a:extLst>
              <a:ext uri="{FF2B5EF4-FFF2-40B4-BE49-F238E27FC236}">
                <a16:creationId xmlns:a16="http://schemas.microsoft.com/office/drawing/2014/main" xmlns="" id="{6D109E36-34F5-4E87-BD1C-1EF07B1F383A}"/>
              </a:ext>
            </a:extLst>
          </p:cNvPr>
          <p:cNvSpPr/>
          <p:nvPr/>
        </p:nvSpPr>
        <p:spPr>
          <a:xfrm>
            <a:off x="9132118" y="3480031"/>
            <a:ext cx="2221980" cy="529650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b="1" dirty="0"/>
              <a:t>&lt;</a:t>
            </a:r>
            <a:r>
              <a:rPr lang="en-US" sz="1600" b="1" dirty="0" err="1"/>
              <a:t>Actionfunction</a:t>
            </a:r>
            <a:r>
              <a:rPr lang="en-US" sz="1600" b="1" dirty="0"/>
              <a:t>(this)&gt;</a:t>
            </a:r>
          </a:p>
        </p:txBody>
      </p:sp>
    </p:spTree>
    <p:extLst>
      <p:ext uri="{BB962C8B-B14F-4D97-AF65-F5344CB8AC3E}">
        <p14:creationId xmlns:p14="http://schemas.microsoft.com/office/powerpoint/2010/main" xmlns="" val="143983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lowchart: Alternate Process 126">
            <a:extLst>
              <a:ext uri="{FF2B5EF4-FFF2-40B4-BE49-F238E27FC236}">
                <a16:creationId xmlns:a16="http://schemas.microsoft.com/office/drawing/2014/main" xmlns="" id="{7110E868-3B53-4247-AA00-FC9041DFAA18}"/>
              </a:ext>
            </a:extLst>
          </p:cNvPr>
          <p:cNvSpPr/>
          <p:nvPr/>
        </p:nvSpPr>
        <p:spPr>
          <a:xfrm>
            <a:off x="570835" y="4800586"/>
            <a:ext cx="2125510" cy="95436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lowchart: Alternate Process 154">
            <a:extLst>
              <a:ext uri="{FF2B5EF4-FFF2-40B4-BE49-F238E27FC236}">
                <a16:creationId xmlns:a16="http://schemas.microsoft.com/office/drawing/2014/main" xmlns="" id="{0838F88C-40DC-412F-BF73-39F374206805}"/>
              </a:ext>
            </a:extLst>
          </p:cNvPr>
          <p:cNvSpPr/>
          <p:nvPr/>
        </p:nvSpPr>
        <p:spPr>
          <a:xfrm>
            <a:off x="330515" y="4793945"/>
            <a:ext cx="2556635" cy="1051927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65975" y="2087380"/>
            <a:ext cx="11860050" cy="46515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Alternate Process 125">
            <a:extLst>
              <a:ext uri="{FF2B5EF4-FFF2-40B4-BE49-F238E27FC236}">
                <a16:creationId xmlns:a16="http://schemas.microsoft.com/office/drawing/2014/main" xmlns="" id="{2AFE5BF1-9C9A-4774-A3FD-EFB836F9A3D3}"/>
              </a:ext>
            </a:extLst>
          </p:cNvPr>
          <p:cNvSpPr/>
          <p:nvPr/>
        </p:nvSpPr>
        <p:spPr>
          <a:xfrm>
            <a:off x="3737112" y="3866322"/>
            <a:ext cx="7901609" cy="1051927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138410" y="897408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Page Load Operations</a:t>
            </a:r>
          </a:p>
        </p:txBody>
      </p:sp>
      <p:sp>
        <p:nvSpPr>
          <p:cNvPr id="2" name="Scroll: Vertical 1">
            <a:extLst>
              <a:ext uri="{FF2B5EF4-FFF2-40B4-BE49-F238E27FC236}">
                <a16:creationId xmlns:a16="http://schemas.microsoft.com/office/drawing/2014/main" xmlns="" id="{650FFF0E-F387-405E-9B6C-C3A2586068FC}"/>
              </a:ext>
            </a:extLst>
          </p:cNvPr>
          <p:cNvSpPr/>
          <p:nvPr/>
        </p:nvSpPr>
        <p:spPr>
          <a:xfrm>
            <a:off x="2696345" y="889448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118" name="Double Brace 117">
            <a:extLst>
              <a:ext uri="{FF2B5EF4-FFF2-40B4-BE49-F238E27FC236}">
                <a16:creationId xmlns:a16="http://schemas.microsoft.com/office/drawing/2014/main" xmlns="" id="{662EE824-6A6C-41E7-AC0C-26AC5DB3FEDA}"/>
              </a:ext>
            </a:extLst>
          </p:cNvPr>
          <p:cNvSpPr/>
          <p:nvPr/>
        </p:nvSpPr>
        <p:spPr>
          <a:xfrm>
            <a:off x="4511920" y="755018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htmlpopulate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 err="1"/>
              <a:t>htmlpopulatemodal</a:t>
            </a:r>
            <a:r>
              <a:rPr lang="en-US" sz="1400" dirty="0"/>
              <a:t>()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xmlns="" id="{0554C6E9-75FD-4393-BD75-4D5755E1A356}"/>
              </a:ext>
            </a:extLst>
          </p:cNvPr>
          <p:cNvSpPr/>
          <p:nvPr/>
        </p:nvSpPr>
        <p:spPr>
          <a:xfrm>
            <a:off x="6859632" y="685508"/>
            <a:ext cx="1982293" cy="9334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data-attribute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maxLength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data-form-type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1" name="Scroll: Vertical 120">
            <a:extLst>
              <a:ext uri="{FF2B5EF4-FFF2-40B4-BE49-F238E27FC236}">
                <a16:creationId xmlns:a16="http://schemas.microsoft.com/office/drawing/2014/main" xmlns="" id="{D2554667-175D-45A1-9671-E701D5944741}"/>
              </a:ext>
            </a:extLst>
          </p:cNvPr>
          <p:cNvSpPr/>
          <p:nvPr/>
        </p:nvSpPr>
        <p:spPr>
          <a:xfrm>
            <a:off x="4617762" y="1511289"/>
            <a:ext cx="1920737" cy="382960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htmlPopulate.js</a:t>
            </a:r>
            <a:r>
              <a:rPr lang="en-US" dirty="0"/>
              <a:t>)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1320" y="12191"/>
            <a:ext cx="2512042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Field Validations</a:t>
            </a:r>
          </a:p>
        </p:txBody>
      </p:sp>
      <p:sp>
        <p:nvSpPr>
          <p:cNvPr id="57" name="Double Brace 56">
            <a:extLst>
              <a:ext uri="{FF2B5EF4-FFF2-40B4-BE49-F238E27FC236}">
                <a16:creationId xmlns:a16="http://schemas.microsoft.com/office/drawing/2014/main" xmlns="" id="{42E57A20-3712-414F-8E5F-F80871A7CE2A}"/>
              </a:ext>
            </a:extLst>
          </p:cNvPr>
          <p:cNvSpPr/>
          <p:nvPr/>
        </p:nvSpPr>
        <p:spPr>
          <a:xfrm>
            <a:off x="9057215" y="758007"/>
            <a:ext cx="3051313" cy="701888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/>
              <a:t>onkeyup</a:t>
            </a:r>
            <a:r>
              <a:rPr lang="en-US" sz="1400" dirty="0"/>
              <a:t>="</a:t>
            </a:r>
            <a:r>
              <a:rPr lang="en-US" sz="1400" dirty="0" err="1"/>
              <a:t>javascript:reqopsValidate</a:t>
            </a:r>
            <a:endParaRPr lang="en-US" sz="1400" dirty="0"/>
          </a:p>
          <a:p>
            <a:r>
              <a:rPr lang="en-US" sz="1400" dirty="0"/>
              <a:t>                   .</a:t>
            </a:r>
            <a:r>
              <a:rPr lang="en-US" sz="1400" dirty="0" err="1"/>
              <a:t>formvalidation</a:t>
            </a:r>
            <a:r>
              <a:rPr lang="en-US" sz="1400" dirty="0"/>
              <a:t>(this)"</a:t>
            </a:r>
          </a:p>
        </p:txBody>
      </p:sp>
      <p:sp>
        <p:nvSpPr>
          <p:cNvPr id="62" name="Double Brace 61">
            <a:extLst>
              <a:ext uri="{FF2B5EF4-FFF2-40B4-BE49-F238E27FC236}">
                <a16:creationId xmlns:a16="http://schemas.microsoft.com/office/drawing/2014/main" xmlns="" id="{EB284B87-75BC-40CA-86EB-B8664437C49A}"/>
              </a:ext>
            </a:extLst>
          </p:cNvPr>
          <p:cNvSpPr/>
          <p:nvPr/>
        </p:nvSpPr>
        <p:spPr>
          <a:xfrm>
            <a:off x="4087558" y="2790945"/>
            <a:ext cx="2008442" cy="48098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dirty="0" err="1"/>
              <a:t>formvalidation</a:t>
            </a:r>
            <a:r>
              <a:rPr lang="en-US" sz="1600" dirty="0"/>
              <a:t>(this)</a:t>
            </a:r>
          </a:p>
        </p:txBody>
      </p:sp>
      <p:sp>
        <p:nvSpPr>
          <p:cNvPr id="66" name="Scroll: Vertical 65">
            <a:extLst>
              <a:ext uri="{FF2B5EF4-FFF2-40B4-BE49-F238E27FC236}">
                <a16:creationId xmlns:a16="http://schemas.microsoft.com/office/drawing/2014/main" xmlns="" id="{659F6FE2-8C90-4F0E-808C-63014F3A48A1}"/>
              </a:ext>
            </a:extLst>
          </p:cNvPr>
          <p:cNvSpPr/>
          <p:nvPr/>
        </p:nvSpPr>
        <p:spPr>
          <a:xfrm>
            <a:off x="9622502" y="1575849"/>
            <a:ext cx="1920737" cy="382960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(fieldValidations.js)</a:t>
            </a:r>
          </a:p>
        </p:txBody>
      </p:sp>
      <p:sp>
        <p:nvSpPr>
          <p:cNvPr id="70" name="Double Brace 69">
            <a:extLst>
              <a:ext uri="{FF2B5EF4-FFF2-40B4-BE49-F238E27FC236}">
                <a16:creationId xmlns:a16="http://schemas.microsoft.com/office/drawing/2014/main" xmlns="" id="{B2C2E1F8-31F5-492D-A807-FBF9544A7A85}"/>
              </a:ext>
            </a:extLst>
          </p:cNvPr>
          <p:cNvSpPr/>
          <p:nvPr/>
        </p:nvSpPr>
        <p:spPr>
          <a:xfrm>
            <a:off x="6897127" y="2610937"/>
            <a:ext cx="4609856" cy="1003852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Retrieve  &lt;data-attribute&gt; as </a:t>
            </a:r>
            <a:r>
              <a:rPr lang="en-US" sz="1400" b="1" dirty="0" err="1"/>
              <a:t>contenttype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Retrieve  &lt;this&gt; as </a:t>
            </a:r>
            <a:r>
              <a:rPr lang="en-US" sz="1400" b="1" dirty="0"/>
              <a:t>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validationinterface</a:t>
            </a:r>
            <a:r>
              <a:rPr lang="en-US" sz="1600" b="1" dirty="0"/>
              <a:t>(combine above into </a:t>
            </a:r>
            <a:r>
              <a:rPr lang="en-US" sz="1600" b="1" dirty="0" err="1"/>
              <a:t>obj</a:t>
            </a:r>
            <a:r>
              <a:rPr lang="en-US" sz="1600" b="1" dirty="0"/>
              <a:t>);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DEAC8F20-8C22-4925-9816-EED009D70FA9}"/>
              </a:ext>
            </a:extLst>
          </p:cNvPr>
          <p:cNvSpPr/>
          <p:nvPr/>
        </p:nvSpPr>
        <p:spPr>
          <a:xfrm>
            <a:off x="367748" y="3955774"/>
            <a:ext cx="3242714" cy="7752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Validationinterface</a:t>
            </a:r>
            <a:r>
              <a:rPr lang="en-US" b="1" dirty="0"/>
              <a:t>()	</a:t>
            </a:r>
          </a:p>
          <a:p>
            <a:pPr algn="ctr"/>
            <a:r>
              <a:rPr lang="en-US" b="1" dirty="0"/>
              <a:t>switch</a:t>
            </a:r>
            <a:r>
              <a:rPr lang="en-US" dirty="0"/>
              <a:t> (</a:t>
            </a:r>
            <a:r>
              <a:rPr lang="en-US" dirty="0" err="1"/>
              <a:t>internset.contenttype</a:t>
            </a:r>
            <a:r>
              <a:rPr lang="en-US" dirty="0"/>
              <a:t>)</a:t>
            </a:r>
          </a:p>
          <a:p>
            <a:pPr algn="ctr"/>
            <a:endParaRPr lang="en-US" dirty="0"/>
          </a:p>
        </p:txBody>
      </p:sp>
      <p:sp>
        <p:nvSpPr>
          <p:cNvPr id="73" name="Double Brace 72">
            <a:extLst>
              <a:ext uri="{FF2B5EF4-FFF2-40B4-BE49-F238E27FC236}">
                <a16:creationId xmlns:a16="http://schemas.microsoft.com/office/drawing/2014/main" xmlns="" id="{F62D42ED-A72C-40EF-AB63-FC674A3356DE}"/>
              </a:ext>
            </a:extLst>
          </p:cNvPr>
          <p:cNvSpPr/>
          <p:nvPr/>
        </p:nvSpPr>
        <p:spPr>
          <a:xfrm>
            <a:off x="5375297" y="4991111"/>
            <a:ext cx="3488063" cy="50192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dirty="0" err="1"/>
              <a:t>emailvalidation</a:t>
            </a:r>
            <a:r>
              <a:rPr lang="en-US" dirty="0"/>
              <a:t>(</a:t>
            </a:r>
            <a:r>
              <a:rPr lang="en-US" dirty="0" err="1"/>
              <a:t>internset.content</a:t>
            </a:r>
            <a:r>
              <a:rPr lang="en-US" dirty="0"/>
              <a:t>)</a:t>
            </a:r>
          </a:p>
        </p:txBody>
      </p:sp>
      <p:sp>
        <p:nvSpPr>
          <p:cNvPr id="94" name="Double Brace 93">
            <a:extLst>
              <a:ext uri="{FF2B5EF4-FFF2-40B4-BE49-F238E27FC236}">
                <a16:creationId xmlns:a16="http://schemas.microsoft.com/office/drawing/2014/main" xmlns="" id="{F2F1A438-C34C-46AA-811F-F2ABBD0EBA1A}"/>
              </a:ext>
            </a:extLst>
          </p:cNvPr>
          <p:cNvSpPr/>
          <p:nvPr/>
        </p:nvSpPr>
        <p:spPr>
          <a:xfrm>
            <a:off x="9455043" y="4979697"/>
            <a:ext cx="1682716" cy="50192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dirty="0"/>
              <a:t>regex(“email”)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446684DD-BD5B-4C61-8499-17CC4A0B398C}"/>
              </a:ext>
            </a:extLst>
          </p:cNvPr>
          <p:cNvCxnSpPr>
            <a:stCxn id="73" idx="3"/>
            <a:endCxn id="94" idx="1"/>
          </p:cNvCxnSpPr>
          <p:nvPr/>
        </p:nvCxnSpPr>
        <p:spPr>
          <a:xfrm flipV="1">
            <a:off x="8863360" y="5230660"/>
            <a:ext cx="591683" cy="11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Double Brace 100">
            <a:extLst>
              <a:ext uri="{FF2B5EF4-FFF2-40B4-BE49-F238E27FC236}">
                <a16:creationId xmlns:a16="http://schemas.microsoft.com/office/drawing/2014/main" xmlns="" id="{A428D2E6-CF03-4D61-8057-02B91E31686B}"/>
              </a:ext>
            </a:extLst>
          </p:cNvPr>
          <p:cNvSpPr/>
          <p:nvPr/>
        </p:nvSpPr>
        <p:spPr>
          <a:xfrm>
            <a:off x="8723382" y="5923480"/>
            <a:ext cx="2826612" cy="671084"/>
          </a:xfrm>
          <a:prstGeom prst="bracePair">
            <a:avLst/>
          </a:prstGeom>
          <a:solidFill>
            <a:schemeClr val="accent6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Remove “data-form-type”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validations.hideCSS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6" name="Double Brace 105">
            <a:extLst>
              <a:ext uri="{FF2B5EF4-FFF2-40B4-BE49-F238E27FC236}">
                <a16:creationId xmlns:a16="http://schemas.microsoft.com/office/drawing/2014/main" xmlns="" id="{29FFE4BC-3999-49B8-9AC6-18FD2378FE42}"/>
              </a:ext>
            </a:extLst>
          </p:cNvPr>
          <p:cNvSpPr/>
          <p:nvPr/>
        </p:nvSpPr>
        <p:spPr>
          <a:xfrm>
            <a:off x="3364584" y="5936129"/>
            <a:ext cx="3306157" cy="671084"/>
          </a:xfrm>
          <a:prstGeom prst="bracePair">
            <a:avLst/>
          </a:prstGeom>
          <a:solidFill>
            <a:schemeClr val="accent2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“data-form-type” to 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validations.showCSS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xmlns="" id="{55D0791A-89B3-4A16-A5CF-6C1DA48A16E2}"/>
              </a:ext>
            </a:extLst>
          </p:cNvPr>
          <p:cNvCxnSpPr>
            <a:cxnSpLocks/>
            <a:stCxn id="94" idx="2"/>
            <a:endCxn id="106" idx="0"/>
          </p:cNvCxnSpPr>
          <p:nvPr/>
        </p:nvCxnSpPr>
        <p:spPr>
          <a:xfrm rot="5400000">
            <a:off x="7429779" y="3069507"/>
            <a:ext cx="454506" cy="52787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xmlns="" id="{650AD955-CEBC-45F7-BF14-7074DD012BE1}"/>
              </a:ext>
            </a:extLst>
          </p:cNvPr>
          <p:cNvCxnSpPr>
            <a:cxnSpLocks/>
            <a:stCxn id="94" idx="3"/>
            <a:endCxn id="101" idx="3"/>
          </p:cNvCxnSpPr>
          <p:nvPr/>
        </p:nvCxnSpPr>
        <p:spPr>
          <a:xfrm>
            <a:off x="11137759" y="5230660"/>
            <a:ext cx="412235" cy="1028362"/>
          </a:xfrm>
          <a:prstGeom prst="bentConnector3">
            <a:avLst>
              <a:gd name="adj1" fmla="val 1554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xmlns="" id="{A1379ED1-59E1-443C-A131-D5F4269463E6}"/>
              </a:ext>
            </a:extLst>
          </p:cNvPr>
          <p:cNvCxnSpPr>
            <a:cxnSpLocks/>
            <a:stCxn id="70" idx="2"/>
          </p:cNvCxnSpPr>
          <p:nvPr/>
        </p:nvCxnSpPr>
        <p:spPr>
          <a:xfrm rot="5400000">
            <a:off x="5366849" y="120567"/>
            <a:ext cx="340985" cy="73294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xmlns="" id="{B1D5D586-9646-40C6-82FE-98BAD6668B40}"/>
              </a:ext>
            </a:extLst>
          </p:cNvPr>
          <p:cNvCxnSpPr>
            <a:stCxn id="62" idx="3"/>
            <a:endCxn id="70" idx="1"/>
          </p:cNvCxnSpPr>
          <p:nvPr/>
        </p:nvCxnSpPr>
        <p:spPr>
          <a:xfrm>
            <a:off x="6096000" y="3031435"/>
            <a:ext cx="801127" cy="814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Scroll: Vertical 119">
            <a:extLst>
              <a:ext uri="{FF2B5EF4-FFF2-40B4-BE49-F238E27FC236}">
                <a16:creationId xmlns:a16="http://schemas.microsoft.com/office/drawing/2014/main" xmlns="" id="{83A38577-7888-42A0-BA36-49486F71F122}"/>
              </a:ext>
            </a:extLst>
          </p:cNvPr>
          <p:cNvSpPr/>
          <p:nvPr/>
        </p:nvSpPr>
        <p:spPr>
          <a:xfrm>
            <a:off x="718503" y="2839537"/>
            <a:ext cx="2308246" cy="379533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fieldValidations.js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xmlns="" id="{0CA947B2-F12D-4186-955F-5953E4BBF532}"/>
              </a:ext>
            </a:extLst>
          </p:cNvPr>
          <p:cNvCxnSpPr>
            <a:stCxn id="120" idx="3"/>
            <a:endCxn id="62" idx="1"/>
          </p:cNvCxnSpPr>
          <p:nvPr/>
        </p:nvCxnSpPr>
        <p:spPr>
          <a:xfrm>
            <a:off x="2979307" y="3029304"/>
            <a:ext cx="1108251" cy="2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Alternate Process 139">
            <a:extLst>
              <a:ext uri="{FF2B5EF4-FFF2-40B4-BE49-F238E27FC236}">
                <a16:creationId xmlns:a16="http://schemas.microsoft.com/office/drawing/2014/main" xmlns="" id="{F53B6390-F8E8-4514-AE7F-A2BFCAAE5B65}"/>
              </a:ext>
            </a:extLst>
          </p:cNvPr>
          <p:cNvSpPr/>
          <p:nvPr/>
        </p:nvSpPr>
        <p:spPr>
          <a:xfrm>
            <a:off x="4386097" y="3989502"/>
            <a:ext cx="989200" cy="335999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</a:t>
            </a:r>
          </a:p>
        </p:txBody>
      </p: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xmlns="" id="{37FFCE26-DE9A-4AFE-B2A7-CBA52EC54BB8}"/>
              </a:ext>
            </a:extLst>
          </p:cNvPr>
          <p:cNvSpPr/>
          <p:nvPr/>
        </p:nvSpPr>
        <p:spPr>
          <a:xfrm>
            <a:off x="5638750" y="3993977"/>
            <a:ext cx="810296" cy="351542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string</a:t>
            </a:r>
          </a:p>
        </p:txBody>
      </p:sp>
      <p:sp>
        <p:nvSpPr>
          <p:cNvPr id="144" name="Flowchart: Alternate Process 143">
            <a:extLst>
              <a:ext uri="{FF2B5EF4-FFF2-40B4-BE49-F238E27FC236}">
                <a16:creationId xmlns:a16="http://schemas.microsoft.com/office/drawing/2014/main" xmlns="" id="{841B7750-23E2-4ACE-9B8B-8C4CBA69A6A4}"/>
              </a:ext>
            </a:extLst>
          </p:cNvPr>
          <p:cNvSpPr/>
          <p:nvPr/>
        </p:nvSpPr>
        <p:spPr>
          <a:xfrm>
            <a:off x="6695555" y="4011717"/>
            <a:ext cx="989201" cy="249009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</a:t>
            </a:r>
          </a:p>
        </p:txBody>
      </p:sp>
      <p:sp>
        <p:nvSpPr>
          <p:cNvPr id="147" name="Flowchart: Alternate Process 146">
            <a:extLst>
              <a:ext uri="{FF2B5EF4-FFF2-40B4-BE49-F238E27FC236}">
                <a16:creationId xmlns:a16="http://schemas.microsoft.com/office/drawing/2014/main" xmlns="" id="{6FAAD264-A77C-47CE-87B5-8F31BC95A8F8}"/>
              </a:ext>
            </a:extLst>
          </p:cNvPr>
          <p:cNvSpPr/>
          <p:nvPr/>
        </p:nvSpPr>
        <p:spPr>
          <a:xfrm>
            <a:off x="7905410" y="4010533"/>
            <a:ext cx="1031314" cy="296050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checkbox</a:t>
            </a:r>
          </a:p>
        </p:txBody>
      </p:sp>
      <p:sp>
        <p:nvSpPr>
          <p:cNvPr id="148" name="Flowchart: Alternate Process 147">
            <a:extLst>
              <a:ext uri="{FF2B5EF4-FFF2-40B4-BE49-F238E27FC236}">
                <a16:creationId xmlns:a16="http://schemas.microsoft.com/office/drawing/2014/main" xmlns="" id="{D3C476EC-1620-40F9-97C7-631A44DCE116}"/>
              </a:ext>
            </a:extLst>
          </p:cNvPr>
          <p:cNvSpPr/>
          <p:nvPr/>
        </p:nvSpPr>
        <p:spPr>
          <a:xfrm>
            <a:off x="9155758" y="3993852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alphaNumericValidation</a:t>
            </a:r>
            <a:endParaRPr lang="en-US" sz="1600" dirty="0"/>
          </a:p>
        </p:txBody>
      </p:sp>
      <p:sp>
        <p:nvSpPr>
          <p:cNvPr id="149" name="Flowchart: Alternate Process 148">
            <a:extLst>
              <a:ext uri="{FF2B5EF4-FFF2-40B4-BE49-F238E27FC236}">
                <a16:creationId xmlns:a16="http://schemas.microsoft.com/office/drawing/2014/main" xmlns="" id="{17DC6949-2550-4DD6-B50C-06CA602C3453}"/>
              </a:ext>
            </a:extLst>
          </p:cNvPr>
          <p:cNvSpPr/>
          <p:nvPr/>
        </p:nvSpPr>
        <p:spPr>
          <a:xfrm>
            <a:off x="4410411" y="4505602"/>
            <a:ext cx="1506038" cy="24275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checkboxMulti</a:t>
            </a:r>
            <a:endParaRPr lang="en-US" sz="1600" dirty="0"/>
          </a:p>
        </p:txBody>
      </p:sp>
      <p:sp>
        <p:nvSpPr>
          <p:cNvPr id="150" name="Flowchart: Alternate Process 149">
            <a:extLst>
              <a:ext uri="{FF2B5EF4-FFF2-40B4-BE49-F238E27FC236}">
                <a16:creationId xmlns:a16="http://schemas.microsoft.com/office/drawing/2014/main" xmlns="" id="{5C974908-C024-4E97-8101-2266B4E9C289}"/>
              </a:ext>
            </a:extLst>
          </p:cNvPr>
          <p:cNvSpPr/>
          <p:nvPr/>
        </p:nvSpPr>
        <p:spPr>
          <a:xfrm>
            <a:off x="6190626" y="4486638"/>
            <a:ext cx="695745" cy="253954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radio</a:t>
            </a:r>
            <a:endParaRPr lang="en-US" dirty="0"/>
          </a:p>
        </p:txBody>
      </p:sp>
      <p:sp>
        <p:nvSpPr>
          <p:cNvPr id="152" name="Flowchart: Alternate Process 151">
            <a:extLst>
              <a:ext uri="{FF2B5EF4-FFF2-40B4-BE49-F238E27FC236}">
                <a16:creationId xmlns:a16="http://schemas.microsoft.com/office/drawing/2014/main" xmlns="" id="{879DDE46-F531-42E7-9C54-46F6A8D89040}"/>
              </a:ext>
            </a:extLst>
          </p:cNvPr>
          <p:cNvSpPr/>
          <p:nvPr/>
        </p:nvSpPr>
        <p:spPr>
          <a:xfrm>
            <a:off x="7101740" y="4464906"/>
            <a:ext cx="1834984" cy="31730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passwordvalidation</a:t>
            </a:r>
            <a:endParaRPr lang="en-US" sz="1600" dirty="0"/>
          </a:p>
        </p:txBody>
      </p:sp>
      <p:sp>
        <p:nvSpPr>
          <p:cNvPr id="153" name="Flowchart: Alternate Process 152">
            <a:extLst>
              <a:ext uri="{FF2B5EF4-FFF2-40B4-BE49-F238E27FC236}">
                <a16:creationId xmlns:a16="http://schemas.microsoft.com/office/drawing/2014/main" xmlns="" id="{29B148B1-A640-4F75-B77B-82217C9AE471}"/>
              </a:ext>
            </a:extLst>
          </p:cNvPr>
          <p:cNvSpPr/>
          <p:nvPr/>
        </p:nvSpPr>
        <p:spPr>
          <a:xfrm>
            <a:off x="9155758" y="4470153"/>
            <a:ext cx="1377785" cy="301162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multiSelect</a:t>
            </a:r>
            <a:endParaRPr lang="en-US" sz="1600" dirty="0"/>
          </a:p>
        </p:txBody>
      </p:sp>
      <p:sp>
        <p:nvSpPr>
          <p:cNvPr id="154" name="Flowchart: Alternate Process 153">
            <a:extLst>
              <a:ext uri="{FF2B5EF4-FFF2-40B4-BE49-F238E27FC236}">
                <a16:creationId xmlns:a16="http://schemas.microsoft.com/office/drawing/2014/main" xmlns="" id="{473521D2-D381-4202-ADC4-69575FE39AEA}"/>
              </a:ext>
            </a:extLst>
          </p:cNvPr>
          <p:cNvSpPr/>
          <p:nvPr/>
        </p:nvSpPr>
        <p:spPr>
          <a:xfrm>
            <a:off x="718503" y="6121229"/>
            <a:ext cx="2168647" cy="386724"/>
          </a:xfrm>
          <a:prstGeom prst="flowChartAlternateProcess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/>
          </a:p>
          <a:p>
            <a:r>
              <a:rPr lang="en-US" sz="1600" dirty="0"/>
              <a:t>Default: </a:t>
            </a:r>
            <a:r>
              <a:rPr lang="en-US" sz="1600" dirty="0" err="1"/>
              <a:t>genvalidation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29" name="Flowchart: Alternate Process 128">
            <a:extLst>
              <a:ext uri="{FF2B5EF4-FFF2-40B4-BE49-F238E27FC236}">
                <a16:creationId xmlns:a16="http://schemas.microsoft.com/office/drawing/2014/main" xmlns="" id="{A688CBF4-D9A4-4E18-A5A0-085B65AD994F}"/>
              </a:ext>
            </a:extLst>
          </p:cNvPr>
          <p:cNvSpPr/>
          <p:nvPr/>
        </p:nvSpPr>
        <p:spPr>
          <a:xfrm>
            <a:off x="2773756" y="4972926"/>
            <a:ext cx="2125510" cy="78202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xmlns="" id="{84AEEDAD-B280-441E-BD13-1403CC45D70A}"/>
              </a:ext>
            </a:extLst>
          </p:cNvPr>
          <p:cNvSpPr/>
          <p:nvPr/>
        </p:nvSpPr>
        <p:spPr>
          <a:xfrm>
            <a:off x="3084595" y="5100400"/>
            <a:ext cx="1435723" cy="506703"/>
          </a:xfrm>
          <a:prstGeom prst="flowChartDecision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xmlns="" id="{E5C4727C-0CE4-423A-A637-6AD5F8C27F16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2057259" y="4662872"/>
            <a:ext cx="632911" cy="7692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xmlns="" id="{4433A525-108C-4BA2-8E9A-48D5A6938B08}"/>
              </a:ext>
            </a:extLst>
          </p:cNvPr>
          <p:cNvCxnSpPr>
            <a:endCxn id="73" idx="1"/>
          </p:cNvCxnSpPr>
          <p:nvPr/>
        </p:nvCxnSpPr>
        <p:spPr>
          <a:xfrm flipV="1">
            <a:off x="4914699" y="5242074"/>
            <a:ext cx="460598" cy="1917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Flowchart: Alternate Process 165">
            <a:extLst>
              <a:ext uri="{FF2B5EF4-FFF2-40B4-BE49-F238E27FC236}">
                <a16:creationId xmlns:a16="http://schemas.microsoft.com/office/drawing/2014/main" xmlns="" id="{6D87E5B5-FA21-4575-9435-E7AB5886A8C7}"/>
              </a:ext>
            </a:extLst>
          </p:cNvPr>
          <p:cNvSpPr/>
          <p:nvPr/>
        </p:nvSpPr>
        <p:spPr>
          <a:xfrm>
            <a:off x="255154" y="5062632"/>
            <a:ext cx="1547672" cy="531938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Denote Switch Cases</a:t>
            </a:r>
            <a:endParaRPr lang="en-US" sz="1600" i="1" dirty="0"/>
          </a:p>
        </p:txBody>
      </p:sp>
      <p:sp>
        <p:nvSpPr>
          <p:cNvPr id="182" name="Flowchart: Punched Tape 181">
            <a:extLst>
              <a:ext uri="{FF2B5EF4-FFF2-40B4-BE49-F238E27FC236}">
                <a16:creationId xmlns:a16="http://schemas.microsoft.com/office/drawing/2014/main" xmlns="" id="{7A56EF51-CE47-45DE-9D3D-A6D58AC02E33}"/>
              </a:ext>
            </a:extLst>
          </p:cNvPr>
          <p:cNvSpPr/>
          <p:nvPr/>
        </p:nvSpPr>
        <p:spPr>
          <a:xfrm>
            <a:off x="11277737" y="5433851"/>
            <a:ext cx="684739" cy="367415"/>
          </a:xfrm>
          <a:prstGeom prst="flowChartPunchedTape">
            <a:avLst/>
          </a:prstGeom>
          <a:solidFill>
            <a:schemeClr val="accent6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183" name="Flowchart: Punched Tape 182">
            <a:extLst>
              <a:ext uri="{FF2B5EF4-FFF2-40B4-BE49-F238E27FC236}">
                <a16:creationId xmlns:a16="http://schemas.microsoft.com/office/drawing/2014/main" xmlns="" id="{A3F4E13D-16F3-4366-A263-99D6A3E39717}"/>
              </a:ext>
            </a:extLst>
          </p:cNvPr>
          <p:cNvSpPr/>
          <p:nvPr/>
        </p:nvSpPr>
        <p:spPr>
          <a:xfrm>
            <a:off x="7029778" y="5565899"/>
            <a:ext cx="875631" cy="325940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xmlns="" val="904623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38410" y="2172466"/>
            <a:ext cx="11860050" cy="46515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138410" y="897408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Page Load Operations</a:t>
            </a:r>
          </a:p>
        </p:txBody>
      </p:sp>
      <p:sp>
        <p:nvSpPr>
          <p:cNvPr id="2" name="Scroll: Vertical 1">
            <a:extLst>
              <a:ext uri="{FF2B5EF4-FFF2-40B4-BE49-F238E27FC236}">
                <a16:creationId xmlns:a16="http://schemas.microsoft.com/office/drawing/2014/main" xmlns="" id="{650FFF0E-F387-405E-9B6C-C3A2586068FC}"/>
              </a:ext>
            </a:extLst>
          </p:cNvPr>
          <p:cNvSpPr/>
          <p:nvPr/>
        </p:nvSpPr>
        <p:spPr>
          <a:xfrm>
            <a:off x="2696345" y="889448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Baseutils.js</a:t>
            </a:r>
          </a:p>
        </p:txBody>
      </p:sp>
      <p:sp>
        <p:nvSpPr>
          <p:cNvPr id="118" name="Double Brace 117">
            <a:extLst>
              <a:ext uri="{FF2B5EF4-FFF2-40B4-BE49-F238E27FC236}">
                <a16:creationId xmlns:a16="http://schemas.microsoft.com/office/drawing/2014/main" xmlns="" id="{662EE824-6A6C-41E7-AC0C-26AC5DB3FEDA}"/>
              </a:ext>
            </a:extLst>
          </p:cNvPr>
          <p:cNvSpPr/>
          <p:nvPr/>
        </p:nvSpPr>
        <p:spPr>
          <a:xfrm>
            <a:off x="4511920" y="755018"/>
            <a:ext cx="2132422" cy="62727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Apply event listener for form validations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2653" y="-20291"/>
            <a:ext cx="4624141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Field Validations – Event Listeners</a:t>
            </a:r>
          </a:p>
        </p:txBody>
      </p:sp>
      <p:sp>
        <p:nvSpPr>
          <p:cNvPr id="70" name="Double Brace 69">
            <a:extLst>
              <a:ext uri="{FF2B5EF4-FFF2-40B4-BE49-F238E27FC236}">
                <a16:creationId xmlns:a16="http://schemas.microsoft.com/office/drawing/2014/main" xmlns="" id="{B2C2E1F8-31F5-492D-A807-FBF9544A7A85}"/>
              </a:ext>
            </a:extLst>
          </p:cNvPr>
          <p:cNvSpPr/>
          <p:nvPr/>
        </p:nvSpPr>
        <p:spPr>
          <a:xfrm>
            <a:off x="6897127" y="2433819"/>
            <a:ext cx="4609856" cy="1003852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capture &lt;data-form-type&gt; &lt;</a:t>
            </a:r>
            <a:r>
              <a:rPr lang="en-US" sz="1600" b="1" dirty="0" err="1"/>
              <a:t>input:text</a:t>
            </a:r>
            <a:r>
              <a:rPr lang="en-US" sz="1600" b="1" dirty="0"/>
              <a:t>, </a:t>
            </a:r>
            <a:r>
              <a:rPr lang="en-US" sz="1600" b="1" dirty="0" err="1"/>
              <a:t>input:checkbox</a:t>
            </a:r>
            <a:r>
              <a:rPr lang="en-US" sz="1600" b="1" dirty="0"/>
              <a:t>&gt; = Length into </a:t>
            </a:r>
            <a:r>
              <a:rPr lang="en-US" sz="1600" b="1" dirty="0" err="1"/>
              <a:t>sel</a:t>
            </a:r>
            <a:endParaRPr lang="en-US" sz="1600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DEAC8F20-8C22-4925-9816-EED009D70FA9}"/>
              </a:ext>
            </a:extLst>
          </p:cNvPr>
          <p:cNvSpPr/>
          <p:nvPr/>
        </p:nvSpPr>
        <p:spPr>
          <a:xfrm>
            <a:off x="7672379" y="5392768"/>
            <a:ext cx="3242714" cy="775252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Disabled </a:t>
            </a:r>
            <a:r>
              <a:rPr lang="en-US" dirty="0" err="1"/>
              <a:t>btnsubmit</a:t>
            </a:r>
            <a:r>
              <a:rPr lang="en-US" dirty="0"/>
              <a:t> for </a:t>
            </a:r>
          </a:p>
          <a:p>
            <a:pPr algn="ctr"/>
            <a:r>
              <a:rPr lang="en-US" dirty="0"/>
              <a:t>Insert /Update Operation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xmlns="" id="{A1379ED1-59E1-443C-A131-D5F4269463E6}"/>
              </a:ext>
            </a:extLst>
          </p:cNvPr>
          <p:cNvCxnSpPr>
            <a:cxnSpLocks/>
            <a:stCxn id="70" idx="2"/>
            <a:endCxn id="50" idx="0"/>
          </p:cNvCxnSpPr>
          <p:nvPr/>
        </p:nvCxnSpPr>
        <p:spPr>
          <a:xfrm rot="5400000">
            <a:off x="7161349" y="2069891"/>
            <a:ext cx="672926" cy="34084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xmlns="" id="{B1D5D586-9646-40C6-82FE-98BAD6668B40}"/>
              </a:ext>
            </a:extLst>
          </p:cNvPr>
          <p:cNvCxnSpPr>
            <a:cxnSpLocks/>
            <a:stCxn id="7" idx="3"/>
            <a:endCxn id="70" idx="1"/>
          </p:cNvCxnSpPr>
          <p:nvPr/>
        </p:nvCxnSpPr>
        <p:spPr>
          <a:xfrm flipV="1">
            <a:off x="6068435" y="2935745"/>
            <a:ext cx="828692" cy="130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xmlns="" id="{E5C4727C-0CE4-423A-A637-6AD5F8C27F16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 rot="5400000">
            <a:off x="4004189" y="3603388"/>
            <a:ext cx="506919" cy="3071841"/>
          </a:xfrm>
          <a:prstGeom prst="bentConnector3">
            <a:avLst>
              <a:gd name="adj1" fmla="val -813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xmlns="" id="{1843AFC4-4A6B-4ACB-B9E7-B1755B6D6D0E}"/>
              </a:ext>
            </a:extLst>
          </p:cNvPr>
          <p:cNvSpPr/>
          <p:nvPr/>
        </p:nvSpPr>
        <p:spPr>
          <a:xfrm>
            <a:off x="487017" y="2661375"/>
            <a:ext cx="2492290" cy="776296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trigger &lt;</a:t>
            </a:r>
            <a:r>
              <a:rPr lang="en-US" dirty="0" err="1"/>
              <a:t>input:text,checkbox</a:t>
            </a:r>
            <a:r>
              <a:rPr lang="en-US" dirty="0"/>
              <a:t>&gt;</a:t>
            </a:r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xmlns="" id="{8245B561-5E5F-4470-8270-22B43B246FFD}"/>
              </a:ext>
            </a:extLst>
          </p:cNvPr>
          <p:cNvSpPr/>
          <p:nvPr/>
        </p:nvSpPr>
        <p:spPr>
          <a:xfrm>
            <a:off x="3396959" y="2624436"/>
            <a:ext cx="647782" cy="292469"/>
          </a:xfrm>
          <a:prstGeom prst="wedgeEllipseCallou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</a:t>
            </a:r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xmlns="" id="{91282665-0490-4FB3-A3CD-A7D518035F99}"/>
              </a:ext>
            </a:extLst>
          </p:cNvPr>
          <p:cNvSpPr/>
          <p:nvPr/>
        </p:nvSpPr>
        <p:spPr>
          <a:xfrm>
            <a:off x="4174435" y="2610936"/>
            <a:ext cx="1894000" cy="911059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  <a:r>
              <a:rPr lang="en-US" dirty="0" err="1"/>
              <a:t>keydown</a:t>
            </a:r>
            <a:r>
              <a:rPr lang="en-US" dirty="0"/>
              <a:t> </a:t>
            </a:r>
            <a:r>
              <a:rPr lang="en-US" dirty="0" err="1"/>
              <a:t>keyup</a:t>
            </a:r>
            <a:r>
              <a:rPr lang="en-US" dirty="0"/>
              <a:t> change&gt;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xmlns="" id="{F9AC2C5E-1C93-4DB9-8B84-8B4B702BA529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979307" y="3066466"/>
            <a:ext cx="1195128" cy="463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xmlns="" id="{2B8FA23D-B40B-4678-9E19-DA41FEB24DDF}"/>
              </a:ext>
            </a:extLst>
          </p:cNvPr>
          <p:cNvSpPr/>
          <p:nvPr/>
        </p:nvSpPr>
        <p:spPr>
          <a:xfrm>
            <a:off x="4172211" y="4110597"/>
            <a:ext cx="3242714" cy="7752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(sel &lt;= 0)</a:t>
            </a:r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xmlns="" id="{185B4EB8-5149-4A56-852C-8BC2D3327334}"/>
              </a:ext>
            </a:extLst>
          </p:cNvPr>
          <p:cNvSpPr/>
          <p:nvPr/>
        </p:nvSpPr>
        <p:spPr>
          <a:xfrm>
            <a:off x="1100370" y="5392768"/>
            <a:ext cx="3242714" cy="77525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Enabled </a:t>
            </a:r>
            <a:r>
              <a:rPr lang="en-US" dirty="0" err="1"/>
              <a:t>btnsubmit</a:t>
            </a:r>
            <a:r>
              <a:rPr lang="en-US" dirty="0"/>
              <a:t> for </a:t>
            </a:r>
          </a:p>
          <a:p>
            <a:pPr algn="ctr"/>
            <a:r>
              <a:rPr lang="en-US" dirty="0"/>
              <a:t>Insert /Update Operation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xmlns="" id="{4560B357-545D-4928-8310-0EB8731706B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414925" y="4453457"/>
            <a:ext cx="1878811" cy="9393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Punched Tape 29">
            <a:extLst>
              <a:ext uri="{FF2B5EF4-FFF2-40B4-BE49-F238E27FC236}">
                <a16:creationId xmlns:a16="http://schemas.microsoft.com/office/drawing/2014/main" xmlns="" id="{EAF1684B-23D5-4AD8-ACF1-DB3E915CF180}"/>
              </a:ext>
            </a:extLst>
          </p:cNvPr>
          <p:cNvSpPr/>
          <p:nvPr/>
        </p:nvSpPr>
        <p:spPr>
          <a:xfrm>
            <a:off x="3071191" y="4612817"/>
            <a:ext cx="864704" cy="455144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68" name="Flowchart: Punched Tape 67">
            <a:extLst>
              <a:ext uri="{FF2B5EF4-FFF2-40B4-BE49-F238E27FC236}">
                <a16:creationId xmlns:a16="http://schemas.microsoft.com/office/drawing/2014/main" xmlns="" id="{5E1058B9-D93C-4BE5-9092-383729A5D538}"/>
              </a:ext>
            </a:extLst>
          </p:cNvPr>
          <p:cNvSpPr/>
          <p:nvPr/>
        </p:nvSpPr>
        <p:spPr>
          <a:xfrm>
            <a:off x="8171577" y="4588071"/>
            <a:ext cx="864704" cy="455144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xmlns="" id="{69BF3EB4-C362-4876-A561-63EF8D6C32B9}"/>
              </a:ext>
            </a:extLst>
          </p:cNvPr>
          <p:cNvCxnSpPr>
            <a:stCxn id="118" idx="3"/>
            <a:endCxn id="113" idx="0"/>
          </p:cNvCxnSpPr>
          <p:nvPr/>
        </p:nvCxnSpPr>
        <p:spPr>
          <a:xfrm flipH="1">
            <a:off x="6068435" y="1068653"/>
            <a:ext cx="575907" cy="1103813"/>
          </a:xfrm>
          <a:prstGeom prst="bentConnector4">
            <a:avLst>
              <a:gd name="adj1" fmla="val -39694"/>
              <a:gd name="adj2" fmla="val 642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317307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xmlns="" id="{276C0816-5CAD-4B4C-91CE-73E244AF9867}"/>
              </a:ext>
            </a:extLst>
          </p:cNvPr>
          <p:cNvSpPr/>
          <p:nvPr/>
        </p:nvSpPr>
        <p:spPr>
          <a:xfrm>
            <a:off x="330515" y="3470217"/>
            <a:ext cx="11455902" cy="3062130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lowchart: Alternate Process 126">
            <a:extLst>
              <a:ext uri="{FF2B5EF4-FFF2-40B4-BE49-F238E27FC236}">
                <a16:creationId xmlns:a16="http://schemas.microsoft.com/office/drawing/2014/main" xmlns="" id="{7110E868-3B53-4247-AA00-FC9041DFAA18}"/>
              </a:ext>
            </a:extLst>
          </p:cNvPr>
          <p:cNvSpPr/>
          <p:nvPr/>
        </p:nvSpPr>
        <p:spPr>
          <a:xfrm>
            <a:off x="570835" y="4800586"/>
            <a:ext cx="2125510" cy="954363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lowchart: Alternate Process 154">
            <a:extLst>
              <a:ext uri="{FF2B5EF4-FFF2-40B4-BE49-F238E27FC236}">
                <a16:creationId xmlns:a16="http://schemas.microsoft.com/office/drawing/2014/main" xmlns="" id="{0838F88C-40DC-412F-BF73-39F374206805}"/>
              </a:ext>
            </a:extLst>
          </p:cNvPr>
          <p:cNvSpPr/>
          <p:nvPr/>
        </p:nvSpPr>
        <p:spPr>
          <a:xfrm>
            <a:off x="330515" y="4793945"/>
            <a:ext cx="2556635" cy="1051927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65975" y="704137"/>
            <a:ext cx="11860050" cy="60951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Flowchart: Alternate Process 125">
            <a:extLst>
              <a:ext uri="{FF2B5EF4-FFF2-40B4-BE49-F238E27FC236}">
                <a16:creationId xmlns:a16="http://schemas.microsoft.com/office/drawing/2014/main" xmlns="" id="{2AFE5BF1-9C9A-4774-A3FD-EFB836F9A3D3}"/>
              </a:ext>
            </a:extLst>
          </p:cNvPr>
          <p:cNvSpPr/>
          <p:nvPr/>
        </p:nvSpPr>
        <p:spPr>
          <a:xfrm>
            <a:off x="3336639" y="2130965"/>
            <a:ext cx="7901609" cy="1051927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9104" y="33528"/>
            <a:ext cx="4704844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 err="1">
                <a:solidFill>
                  <a:schemeClr val="accent1"/>
                </a:solidFill>
              </a:rPr>
              <a:t>App_Module</a:t>
            </a:r>
            <a:r>
              <a:rPr lang="en-US" sz="2800" b="1" dirty="0">
                <a:solidFill>
                  <a:schemeClr val="accent1"/>
                </a:solidFill>
              </a:rPr>
              <a:t> - Action Functions </a:t>
            </a:r>
          </a:p>
        </p:txBody>
      </p:sp>
      <p:sp>
        <p:nvSpPr>
          <p:cNvPr id="62" name="Double Brace 61">
            <a:extLst>
              <a:ext uri="{FF2B5EF4-FFF2-40B4-BE49-F238E27FC236}">
                <a16:creationId xmlns:a16="http://schemas.microsoft.com/office/drawing/2014/main" xmlns="" id="{EB284B87-75BC-40CA-86EB-B8664437C49A}"/>
              </a:ext>
            </a:extLst>
          </p:cNvPr>
          <p:cNvSpPr/>
          <p:nvPr/>
        </p:nvSpPr>
        <p:spPr>
          <a:xfrm>
            <a:off x="3830006" y="3732051"/>
            <a:ext cx="2265994" cy="480980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b="1" dirty="0"/>
              <a:t>&lt;</a:t>
            </a:r>
            <a:r>
              <a:rPr lang="en-US" sz="1600" b="1" dirty="0" err="1"/>
              <a:t>Actionfunction</a:t>
            </a:r>
            <a:r>
              <a:rPr lang="en-US" sz="1600" b="1" dirty="0"/>
              <a:t>(this)&gt;</a:t>
            </a:r>
          </a:p>
        </p:txBody>
      </p:sp>
      <p:sp>
        <p:nvSpPr>
          <p:cNvPr id="70" name="Double Brace 69">
            <a:extLst>
              <a:ext uri="{FF2B5EF4-FFF2-40B4-BE49-F238E27FC236}">
                <a16:creationId xmlns:a16="http://schemas.microsoft.com/office/drawing/2014/main" xmlns="" id="{B2C2E1F8-31F5-492D-A807-FBF9544A7A85}"/>
              </a:ext>
            </a:extLst>
          </p:cNvPr>
          <p:cNvSpPr/>
          <p:nvPr/>
        </p:nvSpPr>
        <p:spPr>
          <a:xfrm>
            <a:off x="6887800" y="3470217"/>
            <a:ext cx="4609856" cy="1003852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base.datapayload</a:t>
            </a:r>
            <a:r>
              <a:rPr lang="en-US" sz="1400" dirty="0"/>
              <a:t>= </a:t>
            </a:r>
            <a:r>
              <a:rPr lang="en-US" sz="1400" dirty="0" err="1"/>
              <a:t>ajaxbase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baseurlobj</a:t>
            </a:r>
            <a:r>
              <a:rPr lang="en-US" sz="1400" dirty="0"/>
              <a:t>.</a:t>
            </a:r>
            <a:r>
              <a:rPr lang="en-US" sz="1400" b="1" dirty="0"/>
              <a:t>&lt;factory methods&gt;</a:t>
            </a:r>
            <a:r>
              <a:rPr lang="en-US" sz="1400" dirty="0"/>
              <a:t>= </a:t>
            </a:r>
            <a:r>
              <a:rPr lang="en-US" sz="1400" dirty="0" err="1"/>
              <a:t>ajaxbase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ajaxModular</a:t>
            </a:r>
            <a:r>
              <a:rPr lang="en-US" sz="1600" b="1" dirty="0"/>
              <a:t>(combine above into </a:t>
            </a:r>
            <a:r>
              <a:rPr lang="en-US" sz="1600" b="1" dirty="0" err="1"/>
              <a:t>obj</a:t>
            </a:r>
            <a:r>
              <a:rPr lang="en-US" sz="1600" b="1" dirty="0"/>
              <a:t>);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DEAC8F20-8C22-4925-9816-EED009D70FA9}"/>
              </a:ext>
            </a:extLst>
          </p:cNvPr>
          <p:cNvSpPr/>
          <p:nvPr/>
        </p:nvSpPr>
        <p:spPr>
          <a:xfrm>
            <a:off x="892629" y="5146020"/>
            <a:ext cx="3242714" cy="7752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ajaxModular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ajaxutils.basepostmethod</a:t>
            </a:r>
            <a:r>
              <a:rPr lang="en-US" sz="1400" dirty="0"/>
              <a:t>(</a:t>
            </a:r>
            <a:r>
              <a:rPr lang="en-US" sz="1400" dirty="0" err="1"/>
              <a:t>ajaxbase</a:t>
            </a:r>
            <a:r>
              <a:rPr lang="en-US" sz="1400" dirty="0"/>
              <a:t>)</a:t>
            </a:r>
          </a:p>
        </p:txBody>
      </p:sp>
      <p:sp>
        <p:nvSpPr>
          <p:cNvPr id="106" name="Double Brace 105">
            <a:extLst>
              <a:ext uri="{FF2B5EF4-FFF2-40B4-BE49-F238E27FC236}">
                <a16:creationId xmlns:a16="http://schemas.microsoft.com/office/drawing/2014/main" xmlns="" id="{29FFE4BC-3999-49B8-9AC6-18FD2378FE42}"/>
              </a:ext>
            </a:extLst>
          </p:cNvPr>
          <p:cNvSpPr/>
          <p:nvPr/>
        </p:nvSpPr>
        <p:spPr>
          <a:xfrm>
            <a:off x="6841843" y="5492550"/>
            <a:ext cx="3306157" cy="671084"/>
          </a:xfrm>
          <a:prstGeom prst="bracePair">
            <a:avLst/>
          </a:prstGeom>
          <a:solidFill>
            <a:schemeClr val="accent2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Resultset.rows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</a:rPr>
              <a:t>Resultset.count</a:t>
            </a:r>
            <a:r>
              <a:rPr lang="en-US" sz="1600" dirty="0">
                <a:solidFill>
                  <a:schemeClr val="bg1"/>
                </a:solidFill>
              </a:rPr>
              <a:t>(Optional)</a:t>
            </a:r>
            <a:endParaRPr lang="en-US" sz="1600" dirty="0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xmlns="" id="{A1379ED1-59E1-443C-A131-D5F4269463E6}"/>
              </a:ext>
            </a:extLst>
          </p:cNvPr>
          <p:cNvCxnSpPr>
            <a:cxnSpLocks/>
            <a:stCxn id="70" idx="3"/>
            <a:endCxn id="20" idx="0"/>
          </p:cNvCxnSpPr>
          <p:nvPr/>
        </p:nvCxnSpPr>
        <p:spPr>
          <a:xfrm flipH="1">
            <a:off x="2513986" y="3972143"/>
            <a:ext cx="8983670" cy="1173877"/>
          </a:xfrm>
          <a:prstGeom prst="bentConnector4">
            <a:avLst>
              <a:gd name="adj1" fmla="val -2545"/>
              <a:gd name="adj2" fmla="val 713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xmlns="" id="{B1D5D586-9646-40C6-82FE-98BAD6668B40}"/>
              </a:ext>
            </a:extLst>
          </p:cNvPr>
          <p:cNvCxnSpPr>
            <a:cxnSpLocks/>
            <a:stCxn id="62" idx="3"/>
            <a:endCxn id="70" idx="1"/>
          </p:cNvCxnSpPr>
          <p:nvPr/>
        </p:nvCxnSpPr>
        <p:spPr>
          <a:xfrm flipV="1">
            <a:off x="6096000" y="3972143"/>
            <a:ext cx="791800" cy="3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Scroll: Vertical 119">
            <a:extLst>
              <a:ext uri="{FF2B5EF4-FFF2-40B4-BE49-F238E27FC236}">
                <a16:creationId xmlns:a16="http://schemas.microsoft.com/office/drawing/2014/main" xmlns="" id="{83A38577-7888-42A0-BA36-49486F71F122}"/>
              </a:ext>
            </a:extLst>
          </p:cNvPr>
          <p:cNvSpPr/>
          <p:nvPr/>
        </p:nvSpPr>
        <p:spPr>
          <a:xfrm>
            <a:off x="700086" y="3774251"/>
            <a:ext cx="2308246" cy="379533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App_module.js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xmlns="" id="{0CA947B2-F12D-4186-955F-5953E4BBF532}"/>
              </a:ext>
            </a:extLst>
          </p:cNvPr>
          <p:cNvCxnSpPr>
            <a:cxnSpLocks/>
            <a:stCxn id="120" idx="3"/>
            <a:endCxn id="62" idx="1"/>
          </p:cNvCxnSpPr>
          <p:nvPr/>
        </p:nvCxnSpPr>
        <p:spPr>
          <a:xfrm>
            <a:off x="2960890" y="3964018"/>
            <a:ext cx="869116" cy="8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lowchart: Alternate Process 139">
            <a:extLst>
              <a:ext uri="{FF2B5EF4-FFF2-40B4-BE49-F238E27FC236}">
                <a16:creationId xmlns:a16="http://schemas.microsoft.com/office/drawing/2014/main" xmlns="" id="{F53B6390-F8E8-4514-AE7F-A2BFCAAE5B65}"/>
              </a:ext>
            </a:extLst>
          </p:cNvPr>
          <p:cNvSpPr/>
          <p:nvPr/>
        </p:nvSpPr>
        <p:spPr>
          <a:xfrm>
            <a:off x="3579277" y="2228637"/>
            <a:ext cx="2407265" cy="33330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getpaginatesearchtype</a:t>
            </a:r>
            <a:endParaRPr lang="en-US" dirty="0"/>
          </a:p>
        </p:txBody>
      </p:sp>
      <p:sp>
        <p:nvSpPr>
          <p:cNvPr id="144" name="Flowchart: Alternate Process 143">
            <a:extLst>
              <a:ext uri="{FF2B5EF4-FFF2-40B4-BE49-F238E27FC236}">
                <a16:creationId xmlns:a16="http://schemas.microsoft.com/office/drawing/2014/main" xmlns="" id="{841B7750-23E2-4ACE-9B8B-8C4CBA69A6A4}"/>
              </a:ext>
            </a:extLst>
          </p:cNvPr>
          <p:cNvSpPr/>
          <p:nvPr/>
        </p:nvSpPr>
        <p:spPr>
          <a:xfrm>
            <a:off x="6215566" y="2225706"/>
            <a:ext cx="989201" cy="262109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insert</a:t>
            </a:r>
          </a:p>
        </p:txBody>
      </p:sp>
      <p:sp>
        <p:nvSpPr>
          <p:cNvPr id="147" name="Flowchart: Alternate Process 146">
            <a:extLst>
              <a:ext uri="{FF2B5EF4-FFF2-40B4-BE49-F238E27FC236}">
                <a16:creationId xmlns:a16="http://schemas.microsoft.com/office/drawing/2014/main" xmlns="" id="{6FAAD264-A77C-47CE-87B5-8F31BC95A8F8}"/>
              </a:ext>
            </a:extLst>
          </p:cNvPr>
          <p:cNvSpPr/>
          <p:nvPr/>
        </p:nvSpPr>
        <p:spPr>
          <a:xfrm>
            <a:off x="7433791" y="2225481"/>
            <a:ext cx="1031314" cy="27327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</a:t>
            </a:r>
          </a:p>
        </p:txBody>
      </p:sp>
      <p:sp>
        <p:nvSpPr>
          <p:cNvPr id="148" name="Flowchart: Alternate Process 147">
            <a:extLst>
              <a:ext uri="{FF2B5EF4-FFF2-40B4-BE49-F238E27FC236}">
                <a16:creationId xmlns:a16="http://schemas.microsoft.com/office/drawing/2014/main" xmlns="" id="{D3C476EC-1620-40F9-97C7-631A44DCE116}"/>
              </a:ext>
            </a:extLst>
          </p:cNvPr>
          <p:cNvSpPr/>
          <p:nvPr/>
        </p:nvSpPr>
        <p:spPr>
          <a:xfrm>
            <a:off x="8652372" y="2213167"/>
            <a:ext cx="1231690" cy="308431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exportexcel</a:t>
            </a:r>
            <a:endParaRPr lang="en-US" sz="1600" dirty="0"/>
          </a:p>
        </p:txBody>
      </p:sp>
      <p:sp>
        <p:nvSpPr>
          <p:cNvPr id="149" name="Flowchart: Alternate Process 148">
            <a:extLst>
              <a:ext uri="{FF2B5EF4-FFF2-40B4-BE49-F238E27FC236}">
                <a16:creationId xmlns:a16="http://schemas.microsoft.com/office/drawing/2014/main" xmlns="" id="{17DC6949-2550-4DD6-B50C-06CA602C3453}"/>
              </a:ext>
            </a:extLst>
          </p:cNvPr>
          <p:cNvSpPr/>
          <p:nvPr/>
        </p:nvSpPr>
        <p:spPr>
          <a:xfrm>
            <a:off x="3618162" y="2696897"/>
            <a:ext cx="2358879" cy="348000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getpivotreport</a:t>
            </a:r>
            <a:endParaRPr lang="en-US" dirty="0"/>
          </a:p>
        </p:txBody>
      </p: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xmlns="" id="{E5C4727C-0CE4-423A-A637-6AD5F8C27F16}"/>
              </a:ext>
            </a:extLst>
          </p:cNvPr>
          <p:cNvCxnSpPr>
            <a:cxnSpLocks/>
            <a:stCxn id="20" idx="3"/>
            <a:endCxn id="106" idx="1"/>
          </p:cNvCxnSpPr>
          <p:nvPr/>
        </p:nvCxnSpPr>
        <p:spPr>
          <a:xfrm>
            <a:off x="4135343" y="5533646"/>
            <a:ext cx="2706500" cy="2944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Flowchart: Alternate Process 165">
            <a:extLst>
              <a:ext uri="{FF2B5EF4-FFF2-40B4-BE49-F238E27FC236}">
                <a16:creationId xmlns:a16="http://schemas.microsoft.com/office/drawing/2014/main" xmlns="" id="{6D87E5B5-FA21-4575-9435-E7AB5886A8C7}"/>
              </a:ext>
            </a:extLst>
          </p:cNvPr>
          <p:cNvSpPr/>
          <p:nvPr/>
        </p:nvSpPr>
        <p:spPr>
          <a:xfrm>
            <a:off x="747831" y="2213558"/>
            <a:ext cx="2260501" cy="708546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Denote  </a:t>
            </a:r>
            <a:r>
              <a:rPr lang="en-US" sz="16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</a:t>
            </a:r>
            <a:r>
              <a:rPr lang="en-US" sz="1600" b="1" dirty="0" err="1">
                <a:solidFill>
                  <a:schemeClr val="tx1"/>
                </a:solidFill>
              </a:rPr>
              <a:t>Actionfunctions</a:t>
            </a:r>
            <a:r>
              <a:rPr lang="en-US" sz="1600" b="1" dirty="0">
                <a:solidFill>
                  <a:schemeClr val="tx1"/>
                </a:solidFill>
              </a:rPr>
              <a:t>&gt;</a:t>
            </a:r>
            <a:endParaRPr lang="en-US" sz="1600" b="1" i="1" dirty="0">
              <a:solidFill>
                <a:schemeClr val="tx1"/>
              </a:solidFill>
            </a:endParaRPr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xmlns="" id="{BFA9A7E7-138A-4BA5-BE38-EC507850E79B}"/>
              </a:ext>
            </a:extLst>
          </p:cNvPr>
          <p:cNvSpPr/>
          <p:nvPr/>
        </p:nvSpPr>
        <p:spPr>
          <a:xfrm>
            <a:off x="6190752" y="2687889"/>
            <a:ext cx="3228633" cy="346281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getpaginatesearchtypegroupby</a:t>
            </a:r>
            <a:endParaRPr lang="en-US" dirty="0"/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xmlns="" id="{AD7925C4-4640-4643-B88F-3FFDC51C476C}"/>
              </a:ext>
            </a:extLst>
          </p:cNvPr>
          <p:cNvSpPr/>
          <p:nvPr/>
        </p:nvSpPr>
        <p:spPr>
          <a:xfrm>
            <a:off x="3236150" y="889907"/>
            <a:ext cx="7901609" cy="1051927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xmlns="" id="{5CFECC78-BF24-49F6-9F1E-2EA3A1C1C867}"/>
              </a:ext>
            </a:extLst>
          </p:cNvPr>
          <p:cNvSpPr/>
          <p:nvPr/>
        </p:nvSpPr>
        <p:spPr>
          <a:xfrm>
            <a:off x="3369104" y="1002080"/>
            <a:ext cx="2726896" cy="279684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getpaginatesearchtypeurl</a:t>
            </a:r>
            <a:endParaRPr lang="en-US" dirty="0"/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xmlns="" id="{7FD7B64D-DDD9-4538-A0E7-AECF9FA90D48}"/>
              </a:ext>
            </a:extLst>
          </p:cNvPr>
          <p:cNvSpPr/>
          <p:nvPr/>
        </p:nvSpPr>
        <p:spPr>
          <a:xfrm>
            <a:off x="6233328" y="1011654"/>
            <a:ext cx="1290594" cy="30720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createdata</a:t>
            </a:r>
            <a:endParaRPr lang="en-US" dirty="0"/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xmlns="" id="{E3003D03-F783-4D14-850D-4BDCE06A2E99}"/>
              </a:ext>
            </a:extLst>
          </p:cNvPr>
          <p:cNvSpPr/>
          <p:nvPr/>
        </p:nvSpPr>
        <p:spPr>
          <a:xfrm>
            <a:off x="7657032" y="1018501"/>
            <a:ext cx="1288062" cy="290042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updatedata</a:t>
            </a:r>
            <a:endParaRPr lang="en-US" dirty="0"/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xmlns="" id="{6B555B76-7004-4747-930F-A2C999CDD8F8}"/>
              </a:ext>
            </a:extLst>
          </p:cNvPr>
          <p:cNvSpPr/>
          <p:nvPr/>
        </p:nvSpPr>
        <p:spPr>
          <a:xfrm>
            <a:off x="9132362" y="1018501"/>
            <a:ext cx="1164040" cy="287676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exceldata</a:t>
            </a:r>
            <a:endParaRPr lang="en-US" dirty="0"/>
          </a:p>
        </p:txBody>
      </p:sp>
      <p:sp>
        <p:nvSpPr>
          <p:cNvPr id="52" name="Flowchart: Alternate Process 51">
            <a:extLst>
              <a:ext uri="{FF2B5EF4-FFF2-40B4-BE49-F238E27FC236}">
                <a16:creationId xmlns:a16="http://schemas.microsoft.com/office/drawing/2014/main" xmlns="" id="{22EBF7AD-D4F4-4B9D-AEE5-A6F9BF122ACC}"/>
              </a:ext>
            </a:extLst>
          </p:cNvPr>
          <p:cNvSpPr/>
          <p:nvPr/>
        </p:nvSpPr>
        <p:spPr>
          <a:xfrm>
            <a:off x="3392999" y="1469398"/>
            <a:ext cx="2358878" cy="348000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pivotresult</a:t>
            </a:r>
            <a:endParaRPr lang="en-US" dirty="0"/>
          </a:p>
        </p:txBody>
      </p:sp>
      <p:sp>
        <p:nvSpPr>
          <p:cNvPr id="54" name="Flowchart: Alternate Process 53">
            <a:extLst>
              <a:ext uri="{FF2B5EF4-FFF2-40B4-BE49-F238E27FC236}">
                <a16:creationId xmlns:a16="http://schemas.microsoft.com/office/drawing/2014/main" xmlns="" id="{1E004786-A227-4F6C-A580-6BDBE0E4A61C}"/>
              </a:ext>
            </a:extLst>
          </p:cNvPr>
          <p:cNvSpPr/>
          <p:nvPr/>
        </p:nvSpPr>
        <p:spPr>
          <a:xfrm>
            <a:off x="5952287" y="1452873"/>
            <a:ext cx="3228633" cy="346281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getpaginatesearchtypegroupby</a:t>
            </a:r>
            <a:endParaRPr lang="en-US" dirty="0"/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xmlns="" id="{831A0432-1944-4FC2-B0E3-738DF6F88CB4}"/>
              </a:ext>
            </a:extLst>
          </p:cNvPr>
          <p:cNvSpPr/>
          <p:nvPr/>
        </p:nvSpPr>
        <p:spPr>
          <a:xfrm>
            <a:off x="747831" y="1054226"/>
            <a:ext cx="2260501" cy="776259"/>
          </a:xfrm>
          <a:prstGeom prst="flowChartAlternateProcess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Denote </a:t>
            </a:r>
          </a:p>
          <a:p>
            <a:pPr algn="ctr"/>
            <a:r>
              <a:rPr lang="en-US" b="1" dirty="0"/>
              <a:t>&lt;factory methods&gt;</a:t>
            </a:r>
            <a:r>
              <a:rPr lang="en-US" dirty="0"/>
              <a:t> </a:t>
            </a:r>
          </a:p>
        </p:txBody>
      </p:sp>
      <p:sp>
        <p:nvSpPr>
          <p:cNvPr id="111" name="Scroll: Vertical 110">
            <a:extLst>
              <a:ext uri="{FF2B5EF4-FFF2-40B4-BE49-F238E27FC236}">
                <a16:creationId xmlns:a16="http://schemas.microsoft.com/office/drawing/2014/main" xmlns="" id="{0ACD3432-C854-4BD9-9D89-85E3E4C947E2}"/>
              </a:ext>
            </a:extLst>
          </p:cNvPr>
          <p:cNvSpPr/>
          <p:nvPr/>
        </p:nvSpPr>
        <p:spPr>
          <a:xfrm>
            <a:off x="1553617" y="6013839"/>
            <a:ext cx="1920737" cy="382960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ajaxUtils.js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2323078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xmlns="" id="{828502D9-C1FD-475C-9226-65E3590A6FA3}"/>
              </a:ext>
            </a:extLst>
          </p:cNvPr>
          <p:cNvSpPr/>
          <p:nvPr/>
        </p:nvSpPr>
        <p:spPr>
          <a:xfrm>
            <a:off x="129209" y="199962"/>
            <a:ext cx="2648128" cy="312502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xmlns="" id="{430E3791-527C-48B9-9753-F05936B887FA}"/>
              </a:ext>
            </a:extLst>
          </p:cNvPr>
          <p:cNvSpPr/>
          <p:nvPr/>
        </p:nvSpPr>
        <p:spPr>
          <a:xfrm>
            <a:off x="256435" y="549055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Operations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xmlns="" id="{A9B9BD2A-38B3-4F6F-BA0E-18EE2C0AD9F6}"/>
              </a:ext>
            </a:extLst>
          </p:cNvPr>
          <p:cNvSpPr/>
          <p:nvPr/>
        </p:nvSpPr>
        <p:spPr>
          <a:xfrm>
            <a:off x="3098521" y="614302"/>
            <a:ext cx="1294576" cy="321849"/>
          </a:xfrm>
          <a:prstGeom prst="flowChartAlternateProcess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Table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xmlns="" id="{69F7F67D-12D4-4912-B43C-9171C008FD41}"/>
              </a:ext>
            </a:extLst>
          </p:cNvPr>
          <p:cNvSpPr/>
          <p:nvPr/>
        </p:nvSpPr>
        <p:spPr>
          <a:xfrm>
            <a:off x="5127462" y="3863123"/>
            <a:ext cx="1402763" cy="36189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3d charts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8FF6D143-C402-47C3-A1D5-2EDE40FA271F}"/>
              </a:ext>
            </a:extLst>
          </p:cNvPr>
          <p:cNvSpPr/>
          <p:nvPr/>
        </p:nvSpPr>
        <p:spPr>
          <a:xfrm>
            <a:off x="9237125" y="3863123"/>
            <a:ext cx="1455218" cy="361893"/>
          </a:xfrm>
          <a:prstGeom prst="flowChartAlternateProcess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Pie chart</a:t>
            </a:r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xmlns="" id="{B9A31A6D-70F7-455A-BB37-FF19A61D4275}"/>
              </a:ext>
            </a:extLst>
          </p:cNvPr>
          <p:cNvSpPr/>
          <p:nvPr/>
        </p:nvSpPr>
        <p:spPr>
          <a:xfrm>
            <a:off x="1287625" y="3883351"/>
            <a:ext cx="1250097" cy="361893"/>
          </a:xfrm>
          <a:prstGeom prst="flowChartAlternateProcess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 chart</a:t>
            </a:r>
          </a:p>
        </p:txBody>
      </p:sp>
      <p:sp>
        <p:nvSpPr>
          <p:cNvPr id="48" name="Flowchart: Process 47">
            <a:extLst>
              <a:ext uri="{FF2B5EF4-FFF2-40B4-BE49-F238E27FC236}">
                <a16:creationId xmlns:a16="http://schemas.microsoft.com/office/drawing/2014/main" xmlns="" id="{4A41C635-24E8-42C1-96C2-8A1A71AA0028}"/>
              </a:ext>
            </a:extLst>
          </p:cNvPr>
          <p:cNvSpPr/>
          <p:nvPr/>
        </p:nvSpPr>
        <p:spPr>
          <a:xfrm>
            <a:off x="752071" y="1267283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50" name="Double Bracket 49">
            <a:extLst>
              <a:ext uri="{FF2B5EF4-FFF2-40B4-BE49-F238E27FC236}">
                <a16:creationId xmlns:a16="http://schemas.microsoft.com/office/drawing/2014/main" xmlns="" id="{36AD9118-2294-42FB-A67E-106241C5406E}"/>
              </a:ext>
            </a:extLst>
          </p:cNvPr>
          <p:cNvSpPr/>
          <p:nvPr/>
        </p:nvSpPr>
        <p:spPr>
          <a:xfrm>
            <a:off x="769851" y="1933951"/>
            <a:ext cx="1484671" cy="404856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Consolidate</a:t>
            </a:r>
          </a:p>
          <a:p>
            <a:pPr algn="ctr"/>
            <a:r>
              <a:rPr lang="en-US" sz="1400" dirty="0"/>
              <a:t>reportbar.html/</a:t>
            </a:r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xmlns="" id="{44ABCD7D-C6B7-4934-9AB3-AC29015EADE1}"/>
              </a:ext>
            </a:extLst>
          </p:cNvPr>
          <p:cNvSpPr/>
          <p:nvPr/>
        </p:nvSpPr>
        <p:spPr>
          <a:xfrm>
            <a:off x="771026" y="2586154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100" name="Rectangle 1">
            <a:extLst>
              <a:ext uri="{FF2B5EF4-FFF2-40B4-BE49-F238E27FC236}">
                <a16:creationId xmlns:a16="http://schemas.microsoft.com/office/drawing/2014/main" xmlns="" id="{84C03F64-7DF3-4389-83B7-BA3498C0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546"/>
            <a:ext cx="65" cy="679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158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172B4D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0" name="Title 1">
            <a:extLst>
              <a:ext uri="{FF2B5EF4-FFF2-40B4-BE49-F238E27FC236}">
                <a16:creationId xmlns:a16="http://schemas.microsoft.com/office/drawing/2014/main" xmlns="" id="{EECC9767-71B3-491F-A9DB-8DB1E3496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0699" y="-156278"/>
            <a:ext cx="3900775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Pivot Operations</a:t>
            </a:r>
          </a:p>
        </p:txBody>
      </p:sp>
      <p:sp>
        <p:nvSpPr>
          <p:cNvPr id="104" name="Double Bracket 103">
            <a:extLst>
              <a:ext uri="{FF2B5EF4-FFF2-40B4-BE49-F238E27FC236}">
                <a16:creationId xmlns:a16="http://schemas.microsoft.com/office/drawing/2014/main" xmlns="" id="{4AC0097E-8867-407D-8242-0235A6A1F035}"/>
              </a:ext>
            </a:extLst>
          </p:cNvPr>
          <p:cNvSpPr/>
          <p:nvPr/>
        </p:nvSpPr>
        <p:spPr>
          <a:xfrm>
            <a:off x="4611329" y="603634"/>
            <a:ext cx="1381967" cy="332517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pivot.html</a:t>
            </a:r>
          </a:p>
        </p:txBody>
      </p:sp>
      <p:sp>
        <p:nvSpPr>
          <p:cNvPr id="106" name="Double Brace 105">
            <a:extLst>
              <a:ext uri="{FF2B5EF4-FFF2-40B4-BE49-F238E27FC236}">
                <a16:creationId xmlns:a16="http://schemas.microsoft.com/office/drawing/2014/main" xmlns="" id="{E48237CE-3A3D-4C03-97D2-ADD5AF712068}"/>
              </a:ext>
            </a:extLst>
          </p:cNvPr>
          <p:cNvSpPr/>
          <p:nvPr/>
        </p:nvSpPr>
        <p:spPr>
          <a:xfrm>
            <a:off x="6290383" y="555310"/>
            <a:ext cx="2364975" cy="366674"/>
          </a:xfrm>
          <a:prstGeom prst="bracePair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 err="1"/>
              <a:t>pivotutils.pivotreport</a:t>
            </a:r>
            <a:r>
              <a:rPr lang="en-US" sz="1400" dirty="0"/>
              <a:t>()</a:t>
            </a:r>
          </a:p>
          <a:p>
            <a:pPr algn="ctr"/>
            <a:endParaRPr lang="en-US" sz="1400" dirty="0"/>
          </a:p>
        </p:txBody>
      </p:sp>
      <p:sp>
        <p:nvSpPr>
          <p:cNvPr id="92" name="Rectangle 1">
            <a:extLst>
              <a:ext uri="{FF2B5EF4-FFF2-40B4-BE49-F238E27FC236}">
                <a16:creationId xmlns:a16="http://schemas.microsoft.com/office/drawing/2014/main" xmlns="" id="{0B561263-65E7-45AF-97E0-2043B8DC4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172B4D"/>
                </a:solidFill>
                <a:effectLst/>
                <a:latin typeface="-apple-system"/>
              </a:rPr>
              <a:t>pivotFeature.js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172B4D"/>
              </a:solidFill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3" name="Scroll: Vertical 132">
            <a:extLst>
              <a:ext uri="{FF2B5EF4-FFF2-40B4-BE49-F238E27FC236}">
                <a16:creationId xmlns:a16="http://schemas.microsoft.com/office/drawing/2014/main" xmlns="" id="{186DFB49-9522-4623-AF9C-C2B475A245FC}"/>
              </a:ext>
            </a:extLst>
          </p:cNvPr>
          <p:cNvSpPr/>
          <p:nvPr/>
        </p:nvSpPr>
        <p:spPr>
          <a:xfrm>
            <a:off x="6452576" y="975724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pivotFeatures.js</a:t>
            </a:r>
            <a:r>
              <a:rPr lang="en-US" dirty="0"/>
              <a:t>)</a:t>
            </a:r>
          </a:p>
        </p:txBody>
      </p:sp>
      <p:sp>
        <p:nvSpPr>
          <p:cNvPr id="137" name="Double Brace 136">
            <a:extLst>
              <a:ext uri="{FF2B5EF4-FFF2-40B4-BE49-F238E27FC236}">
                <a16:creationId xmlns:a16="http://schemas.microsoft.com/office/drawing/2014/main" xmlns="" id="{A6382DAF-72A8-4B1E-BD67-27445ECF36A9}"/>
              </a:ext>
            </a:extLst>
          </p:cNvPr>
          <p:cNvSpPr/>
          <p:nvPr/>
        </p:nvSpPr>
        <p:spPr>
          <a:xfrm>
            <a:off x="8827910" y="480580"/>
            <a:ext cx="3140190" cy="530508"/>
          </a:xfrm>
          <a:prstGeom prst="bracePair">
            <a:avLst>
              <a:gd name="adj" fmla="val 25000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basefunction</a:t>
            </a:r>
            <a:r>
              <a:rPr lang="en-US" sz="1400" dirty="0"/>
              <a:t>().</a:t>
            </a:r>
          </a:p>
          <a:p>
            <a:pPr algn="ctr"/>
            <a:r>
              <a:rPr lang="en-US" sz="1400" dirty="0" err="1"/>
              <a:t>getpivotreport</a:t>
            </a:r>
            <a:r>
              <a:rPr lang="en-US" sz="1400" dirty="0"/>
              <a:t>(base)</a:t>
            </a:r>
          </a:p>
          <a:p>
            <a:endParaRPr lang="en-US" sz="1400" dirty="0"/>
          </a:p>
        </p:txBody>
      </p:sp>
      <p:sp>
        <p:nvSpPr>
          <p:cNvPr id="138" name="Double Brace 137">
            <a:extLst>
              <a:ext uri="{FF2B5EF4-FFF2-40B4-BE49-F238E27FC236}">
                <a16:creationId xmlns:a16="http://schemas.microsoft.com/office/drawing/2014/main" xmlns="" id="{3BE47E7E-CB55-4154-85D7-9DD003984C99}"/>
              </a:ext>
            </a:extLst>
          </p:cNvPr>
          <p:cNvSpPr/>
          <p:nvPr/>
        </p:nvSpPr>
        <p:spPr>
          <a:xfrm>
            <a:off x="9432141" y="43355"/>
            <a:ext cx="2221980" cy="341209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b="1" dirty="0"/>
              <a:t>&lt;</a:t>
            </a:r>
            <a:r>
              <a:rPr lang="en-US" sz="1600" b="1" dirty="0" err="1"/>
              <a:t>Actionfunction</a:t>
            </a:r>
            <a:r>
              <a:rPr lang="en-US" sz="1600" b="1" dirty="0"/>
              <a:t>(this)&gt;</a:t>
            </a:r>
          </a:p>
        </p:txBody>
      </p:sp>
      <p:sp>
        <p:nvSpPr>
          <p:cNvPr id="139" name="Double Brace 138">
            <a:extLst>
              <a:ext uri="{FF2B5EF4-FFF2-40B4-BE49-F238E27FC236}">
                <a16:creationId xmlns:a16="http://schemas.microsoft.com/office/drawing/2014/main" xmlns="" id="{BD5B8CB5-DB8E-4306-AF3B-00727F5D038A}"/>
              </a:ext>
            </a:extLst>
          </p:cNvPr>
          <p:cNvSpPr/>
          <p:nvPr/>
        </p:nvSpPr>
        <p:spPr>
          <a:xfrm>
            <a:off x="7553682" y="1628924"/>
            <a:ext cx="4271641" cy="87711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pivotutils.processpivotresponse</a:t>
            </a:r>
            <a:r>
              <a:rPr lang="en-US" sz="1600" dirty="0"/>
              <a:t>(data)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pivotutils.tblpivotyaxis</a:t>
            </a:r>
            <a:r>
              <a:rPr lang="en-US" sz="1600" dirty="0"/>
              <a:t>(base)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pivotutils.tblpivotxaxis</a:t>
            </a:r>
            <a:r>
              <a:rPr lang="en-US" sz="1600" dirty="0"/>
              <a:t>(base)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1" name="Scroll: Vertical 140">
            <a:extLst>
              <a:ext uri="{FF2B5EF4-FFF2-40B4-BE49-F238E27FC236}">
                <a16:creationId xmlns:a16="http://schemas.microsoft.com/office/drawing/2014/main" xmlns="" id="{3A4DD9D9-8E4B-4726-8CFB-418A8D09605E}"/>
              </a:ext>
            </a:extLst>
          </p:cNvPr>
          <p:cNvSpPr/>
          <p:nvPr/>
        </p:nvSpPr>
        <p:spPr>
          <a:xfrm>
            <a:off x="9409183" y="1099148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app_module.js</a:t>
            </a:r>
            <a:r>
              <a:rPr lang="en-US" dirty="0"/>
              <a:t>)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xmlns="" id="{9C87F2FC-AF58-4FB0-A165-1CF8DCB7775E}"/>
              </a:ext>
            </a:extLst>
          </p:cNvPr>
          <p:cNvCxnSpPr>
            <a:cxnSpLocks/>
            <a:stCxn id="137" idx="3"/>
          </p:cNvCxnSpPr>
          <p:nvPr/>
        </p:nvCxnSpPr>
        <p:spPr>
          <a:xfrm flipH="1">
            <a:off x="11784518" y="745834"/>
            <a:ext cx="183582" cy="1316071"/>
          </a:xfrm>
          <a:prstGeom prst="bentConnector4">
            <a:avLst>
              <a:gd name="adj1" fmla="val -54140"/>
              <a:gd name="adj2" fmla="val 1008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xmlns="" id="{DB6EA2EB-D8DE-4AC8-9C05-9AC3A040F8DB}"/>
              </a:ext>
            </a:extLst>
          </p:cNvPr>
          <p:cNvCxnSpPr>
            <a:stCxn id="150" idx="3"/>
            <a:endCxn id="37" idx="1"/>
          </p:cNvCxnSpPr>
          <p:nvPr/>
        </p:nvCxnSpPr>
        <p:spPr>
          <a:xfrm flipV="1">
            <a:off x="2777337" y="775227"/>
            <a:ext cx="321184" cy="987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Scroll: Vertical 172">
            <a:extLst>
              <a:ext uri="{FF2B5EF4-FFF2-40B4-BE49-F238E27FC236}">
                <a16:creationId xmlns:a16="http://schemas.microsoft.com/office/drawing/2014/main" xmlns="" id="{A48F49B8-4B85-4FDC-90E7-100D1FFA801C}"/>
              </a:ext>
            </a:extLst>
          </p:cNvPr>
          <p:cNvSpPr/>
          <p:nvPr/>
        </p:nvSpPr>
        <p:spPr>
          <a:xfrm>
            <a:off x="8565245" y="2594100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pivotFeatures.js</a:t>
            </a:r>
            <a:r>
              <a:rPr lang="en-US" dirty="0"/>
              <a:t>)</a:t>
            </a:r>
          </a:p>
        </p:txBody>
      </p:sp>
      <p:sp>
        <p:nvSpPr>
          <p:cNvPr id="180" name="Double Brace 179">
            <a:extLst>
              <a:ext uri="{FF2B5EF4-FFF2-40B4-BE49-F238E27FC236}">
                <a16:creationId xmlns:a16="http://schemas.microsoft.com/office/drawing/2014/main" xmlns="" id="{451AD0F2-0CA6-4DF5-B80F-C3E666A6070E}"/>
              </a:ext>
            </a:extLst>
          </p:cNvPr>
          <p:cNvSpPr/>
          <p:nvPr/>
        </p:nvSpPr>
        <p:spPr>
          <a:xfrm>
            <a:off x="273766" y="4389780"/>
            <a:ext cx="3538875" cy="64294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Initcharts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base.internaxis</a:t>
            </a:r>
            <a:r>
              <a:rPr lang="en-US" dirty="0"/>
              <a:t>, </a:t>
            </a:r>
            <a:r>
              <a:rPr lang="en-US" dirty="0" err="1"/>
              <a:t>base.yaxisarray</a:t>
            </a:r>
            <a:r>
              <a:rPr lang="en-US" dirty="0"/>
              <a:t>)</a:t>
            </a:r>
          </a:p>
        </p:txBody>
      </p:sp>
      <p:sp>
        <p:nvSpPr>
          <p:cNvPr id="189" name="Double Bracket 188">
            <a:extLst>
              <a:ext uri="{FF2B5EF4-FFF2-40B4-BE49-F238E27FC236}">
                <a16:creationId xmlns:a16="http://schemas.microsoft.com/office/drawing/2014/main" xmlns="" id="{4383B1BB-8880-4D98-9619-89F5257A1474}"/>
              </a:ext>
            </a:extLst>
          </p:cNvPr>
          <p:cNvSpPr/>
          <p:nvPr/>
        </p:nvSpPr>
        <p:spPr>
          <a:xfrm>
            <a:off x="832966" y="5283394"/>
            <a:ext cx="1381967" cy="332517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basechart.html</a:t>
            </a:r>
          </a:p>
        </p:txBody>
      </p:sp>
      <p:sp>
        <p:nvSpPr>
          <p:cNvPr id="190" name="Double Brace 189">
            <a:extLst>
              <a:ext uri="{FF2B5EF4-FFF2-40B4-BE49-F238E27FC236}">
                <a16:creationId xmlns:a16="http://schemas.microsoft.com/office/drawing/2014/main" xmlns="" id="{E4031D1C-1420-4AB9-A124-F6A48ABB6218}"/>
              </a:ext>
            </a:extLst>
          </p:cNvPr>
          <p:cNvSpPr/>
          <p:nvPr/>
        </p:nvSpPr>
        <p:spPr>
          <a:xfrm>
            <a:off x="4249690" y="4389780"/>
            <a:ext cx="3538875" cy="64294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init3dcharts(base)</a:t>
            </a:r>
          </a:p>
        </p:txBody>
      </p:sp>
      <p:sp>
        <p:nvSpPr>
          <p:cNvPr id="194" name="Double Brace 193">
            <a:extLst>
              <a:ext uri="{FF2B5EF4-FFF2-40B4-BE49-F238E27FC236}">
                <a16:creationId xmlns:a16="http://schemas.microsoft.com/office/drawing/2014/main" xmlns="" id="{385588C2-9B1B-401B-AB50-DDB04736416F}"/>
              </a:ext>
            </a:extLst>
          </p:cNvPr>
          <p:cNvSpPr/>
          <p:nvPr/>
        </p:nvSpPr>
        <p:spPr>
          <a:xfrm>
            <a:off x="8271474" y="4389780"/>
            <a:ext cx="3538875" cy="64294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pivotutils.drilldownpieparent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populatepiechart</a:t>
            </a:r>
            <a:r>
              <a:rPr lang="en-US" dirty="0"/>
              <a:t>(base)</a:t>
            </a:r>
          </a:p>
        </p:txBody>
      </p:sp>
      <p:sp>
        <p:nvSpPr>
          <p:cNvPr id="195" name="Double Bracket 194">
            <a:extLst>
              <a:ext uri="{FF2B5EF4-FFF2-40B4-BE49-F238E27FC236}">
                <a16:creationId xmlns:a16="http://schemas.microsoft.com/office/drawing/2014/main" xmlns="" id="{9DB38E5A-4E2D-40D6-A074-9249DB4773AA}"/>
              </a:ext>
            </a:extLst>
          </p:cNvPr>
          <p:cNvSpPr/>
          <p:nvPr/>
        </p:nvSpPr>
        <p:spPr>
          <a:xfrm>
            <a:off x="4874090" y="5299715"/>
            <a:ext cx="1381967" cy="332517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3dstack.html</a:t>
            </a:r>
          </a:p>
        </p:txBody>
      </p:sp>
      <p:sp>
        <p:nvSpPr>
          <p:cNvPr id="197" name="Double Bracket 196">
            <a:extLst>
              <a:ext uri="{FF2B5EF4-FFF2-40B4-BE49-F238E27FC236}">
                <a16:creationId xmlns:a16="http://schemas.microsoft.com/office/drawing/2014/main" xmlns="" id="{7EA7583F-B127-444A-9104-BBED2C6E0A63}"/>
              </a:ext>
            </a:extLst>
          </p:cNvPr>
          <p:cNvSpPr/>
          <p:nvPr/>
        </p:nvSpPr>
        <p:spPr>
          <a:xfrm>
            <a:off x="9186996" y="5329337"/>
            <a:ext cx="1381967" cy="332517"/>
          </a:xfrm>
          <a:prstGeom prst="bracketPair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piechart.html</a:t>
            </a:r>
          </a:p>
        </p:txBody>
      </p: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xmlns="" id="{4FAC4D11-38C5-46F7-BF2B-A86CB7DAE136}"/>
              </a:ext>
            </a:extLst>
          </p:cNvPr>
          <p:cNvCxnSpPr>
            <a:stCxn id="139" idx="1"/>
            <a:endCxn id="38" idx="0"/>
          </p:cNvCxnSpPr>
          <p:nvPr/>
        </p:nvCxnSpPr>
        <p:spPr>
          <a:xfrm rot="10800000" flipV="1">
            <a:off x="5828844" y="2067481"/>
            <a:ext cx="1724838" cy="179564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xmlns="" id="{6ABE5B41-6AB5-428C-A566-5A6198B6D29E}"/>
              </a:ext>
            </a:extLst>
          </p:cNvPr>
          <p:cNvCxnSpPr>
            <a:cxnSpLocks/>
            <a:stCxn id="139" idx="1"/>
            <a:endCxn id="40" idx="3"/>
          </p:cNvCxnSpPr>
          <p:nvPr/>
        </p:nvCxnSpPr>
        <p:spPr>
          <a:xfrm rot="10800000" flipV="1">
            <a:off x="2537722" y="2067482"/>
            <a:ext cx="5015960" cy="1996816"/>
          </a:xfrm>
          <a:prstGeom prst="bentConnector3">
            <a:avLst>
              <a:gd name="adj1" fmla="val 757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xmlns="" id="{317A8D2E-F6E7-4312-8B35-80448C558A22}"/>
              </a:ext>
            </a:extLst>
          </p:cNvPr>
          <p:cNvCxnSpPr>
            <a:stCxn id="139" idx="1"/>
            <a:endCxn id="39" idx="0"/>
          </p:cNvCxnSpPr>
          <p:nvPr/>
        </p:nvCxnSpPr>
        <p:spPr>
          <a:xfrm rot="10800000" flipH="1" flipV="1">
            <a:off x="7553682" y="2067481"/>
            <a:ext cx="2411052" cy="1795641"/>
          </a:xfrm>
          <a:prstGeom prst="bentConnector4">
            <a:avLst>
              <a:gd name="adj1" fmla="val -9481"/>
              <a:gd name="adj2" fmla="val 893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Graphic 173" descr="Bar chart">
            <a:extLst>
              <a:ext uri="{FF2B5EF4-FFF2-40B4-BE49-F238E27FC236}">
                <a16:creationId xmlns:a16="http://schemas.microsoft.com/office/drawing/2014/main" xmlns="" id="{D4A04BB2-E077-425E-8E55-9060DF9B0A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96073" y="5928790"/>
            <a:ext cx="914400" cy="914400"/>
          </a:xfrm>
          <a:prstGeom prst="rect">
            <a:avLst/>
          </a:prstGeom>
        </p:spPr>
      </p:pic>
      <p:pic>
        <p:nvPicPr>
          <p:cNvPr id="176" name="Graphic 175" descr="Statistics">
            <a:extLst>
              <a:ext uri="{FF2B5EF4-FFF2-40B4-BE49-F238E27FC236}">
                <a16:creationId xmlns:a16="http://schemas.microsoft.com/office/drawing/2014/main" xmlns="" id="{449A1DB8-77E3-4541-B62D-21501DAE21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104727" y="5864218"/>
            <a:ext cx="914400" cy="914400"/>
          </a:xfrm>
          <a:prstGeom prst="rect">
            <a:avLst/>
          </a:prstGeom>
        </p:spPr>
      </p:pic>
      <p:pic>
        <p:nvPicPr>
          <p:cNvPr id="178" name="Graphic 177" descr="Pie chart">
            <a:extLst>
              <a:ext uri="{FF2B5EF4-FFF2-40B4-BE49-F238E27FC236}">
                <a16:creationId xmlns:a16="http://schemas.microsoft.com/office/drawing/2014/main" xmlns="" id="{38C04749-28BF-4A96-9EA7-EB923C7988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368326" y="5862799"/>
            <a:ext cx="914400" cy="914400"/>
          </a:xfrm>
          <a:prstGeom prst="rect">
            <a:avLst/>
          </a:prstGeom>
        </p:spPr>
      </p:pic>
      <p:pic>
        <p:nvPicPr>
          <p:cNvPr id="199" name="Graphic 198" descr="Document">
            <a:extLst>
              <a:ext uri="{FF2B5EF4-FFF2-40B4-BE49-F238E27FC236}">
                <a16:creationId xmlns:a16="http://schemas.microsoft.com/office/drawing/2014/main" xmlns="" id="{A1162250-02B1-47E4-84D3-2B2A1DFB63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1136541" y="2891676"/>
            <a:ext cx="673808" cy="673808"/>
          </a:xfrm>
          <a:prstGeom prst="rect">
            <a:avLst/>
          </a:prstGeom>
        </p:spPr>
      </p:pic>
      <p:cxnSp>
        <p:nvCxnSpPr>
          <p:cNvPr id="206" name="Connector: Elbow 205">
            <a:extLst>
              <a:ext uri="{FF2B5EF4-FFF2-40B4-BE49-F238E27FC236}">
                <a16:creationId xmlns:a16="http://schemas.microsoft.com/office/drawing/2014/main" xmlns="" id="{5EC1B3CE-869B-468B-8B2B-ED941D4AC5E7}"/>
              </a:ext>
            </a:extLst>
          </p:cNvPr>
          <p:cNvCxnSpPr>
            <a:stCxn id="139" idx="1"/>
            <a:endCxn id="199" idx="1"/>
          </p:cNvCxnSpPr>
          <p:nvPr/>
        </p:nvCxnSpPr>
        <p:spPr>
          <a:xfrm rot="10800000" flipH="1" flipV="1">
            <a:off x="7553681" y="2067482"/>
            <a:ext cx="3582859" cy="1161098"/>
          </a:xfrm>
          <a:prstGeom prst="bentConnector3">
            <a:avLst>
              <a:gd name="adj1" fmla="val -63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xmlns="" id="{E331502B-2E08-4393-8C30-98CBC26897A1}"/>
              </a:ext>
            </a:extLst>
          </p:cNvPr>
          <p:cNvSpPr/>
          <p:nvPr/>
        </p:nvSpPr>
        <p:spPr>
          <a:xfrm>
            <a:off x="7788565" y="3065890"/>
            <a:ext cx="2061113" cy="259099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Report</a:t>
            </a:r>
          </a:p>
        </p:txBody>
      </p:sp>
    </p:spTree>
    <p:extLst>
      <p:ext uri="{BB962C8B-B14F-4D97-AF65-F5344CB8AC3E}">
        <p14:creationId xmlns:p14="http://schemas.microsoft.com/office/powerpoint/2010/main" xmlns="" val="149818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B029A916-BA83-4F2E-A377-001ADCEEEA7C}"/>
              </a:ext>
            </a:extLst>
          </p:cNvPr>
          <p:cNvSpPr/>
          <p:nvPr/>
        </p:nvSpPr>
        <p:spPr>
          <a:xfrm>
            <a:off x="76272" y="2193021"/>
            <a:ext cx="2971800" cy="27730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373420" y="1563226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ETL Operations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D21ABA2D-8634-409F-863E-CF6F97C36614}"/>
              </a:ext>
            </a:extLst>
          </p:cNvPr>
          <p:cNvSpPr/>
          <p:nvPr/>
        </p:nvSpPr>
        <p:spPr>
          <a:xfrm>
            <a:off x="439411" y="2403869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Operations</a:t>
            </a:r>
          </a:p>
        </p:txBody>
      </p:sp>
      <p:sp>
        <p:nvSpPr>
          <p:cNvPr id="162" name="Flowchart: Process 161">
            <a:extLst>
              <a:ext uri="{FF2B5EF4-FFF2-40B4-BE49-F238E27FC236}">
                <a16:creationId xmlns:a16="http://schemas.microsoft.com/office/drawing/2014/main" xmlns="" id="{06D4E2DA-D899-44A2-886F-F1D08BBAEED2}"/>
              </a:ext>
            </a:extLst>
          </p:cNvPr>
          <p:cNvSpPr/>
          <p:nvPr/>
        </p:nvSpPr>
        <p:spPr>
          <a:xfrm>
            <a:off x="749923" y="3174174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164" name="Double Bracket 163">
            <a:extLst>
              <a:ext uri="{FF2B5EF4-FFF2-40B4-BE49-F238E27FC236}">
                <a16:creationId xmlns:a16="http://schemas.microsoft.com/office/drawing/2014/main" xmlns="" id="{7744D1FC-D4D7-4644-B1FB-0793F5668513}"/>
              </a:ext>
            </a:extLst>
          </p:cNvPr>
          <p:cNvSpPr/>
          <p:nvPr/>
        </p:nvSpPr>
        <p:spPr>
          <a:xfrm>
            <a:off x="837718" y="3724956"/>
            <a:ext cx="1484671" cy="404856"/>
          </a:xfrm>
          <a:prstGeom prst="bracketPai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controlbar.html/</a:t>
            </a:r>
          </a:p>
        </p:txBody>
      </p:sp>
      <p:sp>
        <p:nvSpPr>
          <p:cNvPr id="165" name="Double Bracket 164">
            <a:extLst>
              <a:ext uri="{FF2B5EF4-FFF2-40B4-BE49-F238E27FC236}">
                <a16:creationId xmlns:a16="http://schemas.microsoft.com/office/drawing/2014/main" xmlns="" id="{1F073B3D-3B19-47F6-A880-C1DF6A1E4AC2}"/>
              </a:ext>
            </a:extLst>
          </p:cNvPr>
          <p:cNvSpPr/>
          <p:nvPr/>
        </p:nvSpPr>
        <p:spPr>
          <a:xfrm>
            <a:off x="837718" y="4371314"/>
            <a:ext cx="1524000" cy="404856"/>
          </a:xfrm>
          <a:prstGeom prst="bracketPair">
            <a:avLst/>
          </a:prstGeom>
          <a:solidFill>
            <a:srgbClr val="00B05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Daterangepicker</a:t>
            </a:r>
            <a:endParaRPr lang="en-US" sz="1400" dirty="0"/>
          </a:p>
          <a:p>
            <a:pPr algn="ctr"/>
            <a:r>
              <a:rPr lang="en-US" sz="1400" dirty="0"/>
              <a:t>.html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0828" y="193102"/>
            <a:ext cx="3591267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ETL-Upload Operations</a:t>
            </a:r>
          </a:p>
        </p:txBody>
      </p:sp>
      <p:sp>
        <p:nvSpPr>
          <p:cNvPr id="62" name="Double Brace 61">
            <a:extLst>
              <a:ext uri="{FF2B5EF4-FFF2-40B4-BE49-F238E27FC236}">
                <a16:creationId xmlns:a16="http://schemas.microsoft.com/office/drawing/2014/main" xmlns="" id="{B874AF4A-D5F3-40EA-B1A9-2B138CA4A81B}"/>
              </a:ext>
            </a:extLst>
          </p:cNvPr>
          <p:cNvSpPr/>
          <p:nvPr/>
        </p:nvSpPr>
        <p:spPr>
          <a:xfrm>
            <a:off x="4303588" y="1795417"/>
            <a:ext cx="2866616" cy="49058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reqops.fileSelected</a:t>
            </a:r>
            <a:r>
              <a:rPr lang="en-US" dirty="0"/>
              <a:t>(this)</a:t>
            </a:r>
          </a:p>
        </p:txBody>
      </p:sp>
      <p:sp>
        <p:nvSpPr>
          <p:cNvPr id="64" name="Scroll: Vertical 63">
            <a:extLst>
              <a:ext uri="{FF2B5EF4-FFF2-40B4-BE49-F238E27FC236}">
                <a16:creationId xmlns:a16="http://schemas.microsoft.com/office/drawing/2014/main" xmlns="" id="{6F8FF818-F205-4C06-BF60-B5F832584666}"/>
              </a:ext>
            </a:extLst>
          </p:cNvPr>
          <p:cNvSpPr/>
          <p:nvPr/>
        </p:nvSpPr>
        <p:spPr>
          <a:xfrm>
            <a:off x="4833766" y="2373277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i="1" dirty="0"/>
              <a:t>baseUtils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xmlns="" id="{E6A9108D-8A71-4876-A5DD-38FAE5A6CB41}"/>
              </a:ext>
            </a:extLst>
          </p:cNvPr>
          <p:cNvCxnSpPr>
            <a:stCxn id="16" idx="3"/>
            <a:endCxn id="62" idx="1"/>
          </p:cNvCxnSpPr>
          <p:nvPr/>
        </p:nvCxnSpPr>
        <p:spPr>
          <a:xfrm flipV="1">
            <a:off x="3048072" y="2040709"/>
            <a:ext cx="1255516" cy="15388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CD9E0C76-3026-42E5-AA03-560C4F996D79}"/>
              </a:ext>
            </a:extLst>
          </p:cNvPr>
          <p:cNvSpPr/>
          <p:nvPr/>
        </p:nvSpPr>
        <p:spPr>
          <a:xfrm>
            <a:off x="3118178" y="2422727"/>
            <a:ext cx="1514096" cy="5565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Upload</a:t>
            </a:r>
          </a:p>
        </p:txBody>
      </p:sp>
      <p:sp>
        <p:nvSpPr>
          <p:cNvPr id="70" name="Double Brace 69">
            <a:extLst>
              <a:ext uri="{FF2B5EF4-FFF2-40B4-BE49-F238E27FC236}">
                <a16:creationId xmlns:a16="http://schemas.microsoft.com/office/drawing/2014/main" xmlns="" id="{D217FE71-73BE-4A75-975B-F0C7D0A02A5C}"/>
              </a:ext>
            </a:extLst>
          </p:cNvPr>
          <p:cNvSpPr/>
          <p:nvPr/>
        </p:nvSpPr>
        <p:spPr>
          <a:xfrm>
            <a:off x="7457604" y="1784077"/>
            <a:ext cx="3952517" cy="49058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02020"/>
                </a:solidFill>
                <a:latin typeface="SFMono-Medium"/>
              </a:rPr>
              <a:t>reqops</a:t>
            </a:r>
            <a:r>
              <a:rPr lang="en-US" dirty="0" err="1">
                <a:solidFill>
                  <a:srgbClr val="000000"/>
                </a:solidFill>
                <a:latin typeface="SFMono-Medium"/>
              </a:rPr>
              <a:t>.</a:t>
            </a:r>
            <a:r>
              <a:rPr lang="en-US" dirty="0" err="1">
                <a:solidFill>
                  <a:srgbClr val="202020"/>
                </a:solidFill>
                <a:latin typeface="SFMono-Medium"/>
              </a:rPr>
              <a:t>uploadFile</a:t>
            </a:r>
            <a:r>
              <a:rPr lang="en-US" dirty="0">
                <a:solidFill>
                  <a:srgbClr val="000000"/>
                </a:solidFill>
                <a:latin typeface="SFMono-Medium"/>
              </a:rPr>
              <a:t>(</a:t>
            </a:r>
            <a:r>
              <a:rPr lang="en-US" dirty="0" err="1">
                <a:solidFill>
                  <a:srgbClr val="202020"/>
                </a:solidFill>
                <a:latin typeface="SFMono-Medium"/>
              </a:rPr>
              <a:t>myFileSelected</a:t>
            </a:r>
            <a:r>
              <a:rPr lang="en-US" dirty="0">
                <a:solidFill>
                  <a:srgbClr val="000000"/>
                </a:solidFill>
                <a:latin typeface="SFMono-Medium"/>
              </a:rPr>
              <a:t>)</a:t>
            </a:r>
            <a:endParaRPr lang="en-US" dirty="0"/>
          </a:p>
        </p:txBody>
      </p:sp>
      <p:pic>
        <p:nvPicPr>
          <p:cNvPr id="27" name="Graphic 26" descr="Syncing cloud">
            <a:extLst>
              <a:ext uri="{FF2B5EF4-FFF2-40B4-BE49-F238E27FC236}">
                <a16:creationId xmlns:a16="http://schemas.microsoft.com/office/drawing/2014/main" xmlns="" id="{6F41B082-0177-4E48-8955-05423483C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77131" y="3174174"/>
            <a:ext cx="914400" cy="914400"/>
          </a:xfrm>
          <a:prstGeom prst="rect">
            <a:avLst/>
          </a:prstGeom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xmlns="" id="{951D935F-3AF1-4C7A-9757-A02ABF03086E}"/>
              </a:ext>
            </a:extLst>
          </p:cNvPr>
          <p:cNvCxnSpPr>
            <a:stCxn id="70" idx="3"/>
            <a:endCxn id="27" idx="3"/>
          </p:cNvCxnSpPr>
          <p:nvPr/>
        </p:nvCxnSpPr>
        <p:spPr>
          <a:xfrm flipH="1">
            <a:off x="10091531" y="2029369"/>
            <a:ext cx="1318590" cy="1602005"/>
          </a:xfrm>
          <a:prstGeom prst="bentConnector3">
            <a:avLst>
              <a:gd name="adj1" fmla="val -173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xmlns="" id="{0823B9BF-DBAF-4906-9130-279D212A2A6B}"/>
              </a:ext>
            </a:extLst>
          </p:cNvPr>
          <p:cNvSpPr/>
          <p:nvPr/>
        </p:nvSpPr>
        <p:spPr>
          <a:xfrm>
            <a:off x="3116866" y="2422727"/>
            <a:ext cx="1514096" cy="5565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Upload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xmlns="" id="{955004C9-0A3D-4424-8DB9-287A26BA2146}"/>
              </a:ext>
            </a:extLst>
          </p:cNvPr>
          <p:cNvSpPr/>
          <p:nvPr/>
        </p:nvSpPr>
        <p:spPr>
          <a:xfrm>
            <a:off x="9944083" y="2615226"/>
            <a:ext cx="2247917" cy="5565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Upload requested to Server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xmlns="" id="{02D38F99-292E-42F7-A5F2-4F14A0347241}"/>
              </a:ext>
            </a:extLst>
          </p:cNvPr>
          <p:cNvSpPr/>
          <p:nvPr/>
        </p:nvSpPr>
        <p:spPr>
          <a:xfrm>
            <a:off x="4848250" y="3107387"/>
            <a:ext cx="3582178" cy="13444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Double Brace 80">
            <a:extLst>
              <a:ext uri="{FF2B5EF4-FFF2-40B4-BE49-F238E27FC236}">
                <a16:creationId xmlns:a16="http://schemas.microsoft.com/office/drawing/2014/main" xmlns="" id="{AAF3A249-9041-4BF2-81CA-E4D9DD9B4BFE}"/>
              </a:ext>
            </a:extLst>
          </p:cNvPr>
          <p:cNvSpPr/>
          <p:nvPr/>
        </p:nvSpPr>
        <p:spPr>
          <a:xfrm>
            <a:off x="5073454" y="3250076"/>
            <a:ext cx="3139833" cy="984832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“news” for progress bar </a:t>
            </a:r>
          </a:p>
          <a:p>
            <a:r>
              <a:rPr lang="en-US" dirty="0"/>
              <a:t>and  Upload complete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2" name="Scroll: Vertical 81">
            <a:extLst>
              <a:ext uri="{FF2B5EF4-FFF2-40B4-BE49-F238E27FC236}">
                <a16:creationId xmlns:a16="http://schemas.microsoft.com/office/drawing/2014/main" xmlns="" id="{01FDCB0C-6224-4C0A-9A89-B1E15EFA86BA}"/>
              </a:ext>
            </a:extLst>
          </p:cNvPr>
          <p:cNvSpPr/>
          <p:nvPr/>
        </p:nvSpPr>
        <p:spPr>
          <a:xfrm>
            <a:off x="5584152" y="4616052"/>
            <a:ext cx="2110374" cy="34998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(customSocketio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xmlns="" id="{72ABE4FE-E232-4CE8-8BA7-8AD7A4322F1C}"/>
              </a:ext>
            </a:extLst>
          </p:cNvPr>
          <p:cNvCxnSpPr>
            <a:stCxn id="27" idx="1"/>
            <a:endCxn id="33" idx="3"/>
          </p:cNvCxnSpPr>
          <p:nvPr/>
        </p:nvCxnSpPr>
        <p:spPr>
          <a:xfrm rot="10800000" flipV="1">
            <a:off x="8430429" y="3631373"/>
            <a:ext cx="746703" cy="1482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xmlns="" id="{F2F5F799-4EB0-436A-944B-B1C428E3C55D}"/>
              </a:ext>
            </a:extLst>
          </p:cNvPr>
          <p:cNvSpPr/>
          <p:nvPr/>
        </p:nvSpPr>
        <p:spPr>
          <a:xfrm>
            <a:off x="8501691" y="4037826"/>
            <a:ext cx="1944207" cy="490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 </a:t>
            </a:r>
            <a:r>
              <a:rPr lang="en-US" dirty="0" err="1"/>
              <a:t>io</a:t>
            </a:r>
            <a:r>
              <a:rPr lang="en-US" dirty="0"/>
              <a:t> based Notification </a:t>
            </a:r>
          </a:p>
        </p:txBody>
      </p:sp>
    </p:spTree>
    <p:extLst>
      <p:ext uri="{BB962C8B-B14F-4D97-AF65-F5344CB8AC3E}">
        <p14:creationId xmlns:p14="http://schemas.microsoft.com/office/powerpoint/2010/main" xmlns="" val="216173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5857" y="67840"/>
            <a:ext cx="4605059" cy="631596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ETL-Download User Operations</a:t>
            </a:r>
          </a:p>
        </p:txBody>
      </p:sp>
      <p:sp>
        <p:nvSpPr>
          <p:cNvPr id="63" name="Scroll: Vertical 62">
            <a:extLst>
              <a:ext uri="{FF2B5EF4-FFF2-40B4-BE49-F238E27FC236}">
                <a16:creationId xmlns:a16="http://schemas.microsoft.com/office/drawing/2014/main" xmlns="" id="{A730E510-CB57-4E9A-94B3-11F457E9E938}"/>
              </a:ext>
            </a:extLst>
          </p:cNvPr>
          <p:cNvSpPr/>
          <p:nvPr/>
        </p:nvSpPr>
        <p:spPr>
          <a:xfrm>
            <a:off x="1218426" y="1004197"/>
            <a:ext cx="1912400" cy="377342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htmlPopulate.js</a:t>
            </a:r>
          </a:p>
        </p:txBody>
      </p:sp>
      <p:sp>
        <p:nvSpPr>
          <p:cNvPr id="65" name="Double Brace 64">
            <a:extLst>
              <a:ext uri="{FF2B5EF4-FFF2-40B4-BE49-F238E27FC236}">
                <a16:creationId xmlns:a16="http://schemas.microsoft.com/office/drawing/2014/main" xmlns="" id="{08E5AD80-28CC-45F1-817C-EA9296B330EC}"/>
              </a:ext>
            </a:extLst>
          </p:cNvPr>
          <p:cNvSpPr/>
          <p:nvPr/>
        </p:nvSpPr>
        <p:spPr>
          <a:xfrm>
            <a:off x="3587971" y="947576"/>
            <a:ext cx="2866616" cy="49058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tableops</a:t>
            </a:r>
            <a:r>
              <a:rPr lang="en-US" dirty="0"/>
              <a:t>. </a:t>
            </a:r>
            <a:r>
              <a:rPr lang="en-US" dirty="0" err="1"/>
              <a:t>tblchkall</a:t>
            </a:r>
            <a:r>
              <a:rPr lang="en-US" dirty="0"/>
              <a:t>()</a:t>
            </a:r>
          </a:p>
        </p:txBody>
      </p:sp>
      <p:sp>
        <p:nvSpPr>
          <p:cNvPr id="67" name="Scroll: Vertical 66">
            <a:extLst>
              <a:ext uri="{FF2B5EF4-FFF2-40B4-BE49-F238E27FC236}">
                <a16:creationId xmlns:a16="http://schemas.microsoft.com/office/drawing/2014/main" xmlns="" id="{CF49BD70-4568-45C7-A945-28A3E00EEE18}"/>
              </a:ext>
            </a:extLst>
          </p:cNvPr>
          <p:cNvSpPr/>
          <p:nvPr/>
        </p:nvSpPr>
        <p:spPr>
          <a:xfrm>
            <a:off x="3998879" y="1622690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i="1" dirty="0"/>
              <a:t>baseUtils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sp>
        <p:nvSpPr>
          <p:cNvPr id="53" name="Rectangle: Diagonal Corners Snipped 52">
            <a:extLst>
              <a:ext uri="{FF2B5EF4-FFF2-40B4-BE49-F238E27FC236}">
                <a16:creationId xmlns:a16="http://schemas.microsoft.com/office/drawing/2014/main" xmlns="" id="{B53A56EE-F12B-4812-8CD5-232381E43EBF}"/>
              </a:ext>
            </a:extLst>
          </p:cNvPr>
          <p:cNvSpPr/>
          <p:nvPr/>
        </p:nvSpPr>
        <p:spPr>
          <a:xfrm>
            <a:off x="7166113" y="1004196"/>
            <a:ext cx="4283765" cy="1192351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Dialog box with options to select whole dataset for  download .</a:t>
            </a:r>
          </a:p>
          <a:p>
            <a:pPr algn="ctr"/>
            <a:r>
              <a:rPr lang="en-US" dirty="0"/>
              <a:t>Default is selected dataset</a:t>
            </a:r>
          </a:p>
        </p:txBody>
      </p:sp>
      <p:sp>
        <p:nvSpPr>
          <p:cNvPr id="69" name="Double Brace 68">
            <a:extLst>
              <a:ext uri="{FF2B5EF4-FFF2-40B4-BE49-F238E27FC236}">
                <a16:creationId xmlns:a16="http://schemas.microsoft.com/office/drawing/2014/main" xmlns="" id="{2D721C89-BBF6-4190-935F-DB49EEE817D6}"/>
              </a:ext>
            </a:extLst>
          </p:cNvPr>
          <p:cNvSpPr/>
          <p:nvPr/>
        </p:nvSpPr>
        <p:spPr>
          <a:xfrm>
            <a:off x="1697518" y="3658569"/>
            <a:ext cx="2866616" cy="49058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tableops.tblselectall</a:t>
            </a:r>
            <a:r>
              <a:rPr lang="en-US" dirty="0"/>
              <a:t>()</a:t>
            </a:r>
          </a:p>
        </p:txBody>
      </p:sp>
      <p:sp>
        <p:nvSpPr>
          <p:cNvPr id="71" name="Flowchart: Process 70">
            <a:extLst>
              <a:ext uri="{FF2B5EF4-FFF2-40B4-BE49-F238E27FC236}">
                <a16:creationId xmlns:a16="http://schemas.microsoft.com/office/drawing/2014/main" xmlns="" id="{1EF3ADF8-86B0-42A7-9E7F-611DE8856828}"/>
              </a:ext>
            </a:extLst>
          </p:cNvPr>
          <p:cNvSpPr/>
          <p:nvPr/>
        </p:nvSpPr>
        <p:spPr>
          <a:xfrm>
            <a:off x="1377741" y="2519535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72" name="Double Bracket 71">
            <a:extLst>
              <a:ext uri="{FF2B5EF4-FFF2-40B4-BE49-F238E27FC236}">
                <a16:creationId xmlns:a16="http://schemas.microsoft.com/office/drawing/2014/main" xmlns="" id="{8B9D43FD-0474-4E99-BF32-E37FE4CACBEB}"/>
              </a:ext>
            </a:extLst>
          </p:cNvPr>
          <p:cNvSpPr/>
          <p:nvPr/>
        </p:nvSpPr>
        <p:spPr>
          <a:xfrm>
            <a:off x="3337952" y="2440022"/>
            <a:ext cx="2794436" cy="588626"/>
          </a:xfrm>
          <a:prstGeom prst="bracketPair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paginationrangesection.html</a:t>
            </a:r>
          </a:p>
        </p:txBody>
      </p:sp>
      <p:sp>
        <p:nvSpPr>
          <p:cNvPr id="73" name="Scroll: Vertical 72">
            <a:extLst>
              <a:ext uri="{FF2B5EF4-FFF2-40B4-BE49-F238E27FC236}">
                <a16:creationId xmlns:a16="http://schemas.microsoft.com/office/drawing/2014/main" xmlns="" id="{9835E74C-6F11-4BB5-BA8C-9FECA6E1668D}"/>
              </a:ext>
            </a:extLst>
          </p:cNvPr>
          <p:cNvSpPr/>
          <p:nvPr/>
        </p:nvSpPr>
        <p:spPr>
          <a:xfrm>
            <a:off x="2141883" y="4229717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i="1" dirty="0"/>
              <a:t>baseUtils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xmlns="" id="{059AC8EB-2587-48D6-A583-37DB8950D525}"/>
              </a:ext>
            </a:extLst>
          </p:cNvPr>
          <p:cNvCxnSpPr>
            <a:cxnSpLocks/>
            <a:stCxn id="53" idx="0"/>
            <a:endCxn id="71" idx="1"/>
          </p:cNvCxnSpPr>
          <p:nvPr/>
        </p:nvCxnSpPr>
        <p:spPr>
          <a:xfrm flipH="1">
            <a:off x="1377741" y="1600372"/>
            <a:ext cx="10072137" cy="1121841"/>
          </a:xfrm>
          <a:prstGeom prst="bentConnector5">
            <a:avLst>
              <a:gd name="adj1" fmla="val -2270"/>
              <a:gd name="adj2" fmla="val 67538"/>
              <a:gd name="adj3" fmla="val 1022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xmlns="" id="{54C973EF-45F3-4ABB-A67A-5B054CD2DDAE}"/>
              </a:ext>
            </a:extLst>
          </p:cNvPr>
          <p:cNvCxnSpPr>
            <a:stCxn id="72" idx="2"/>
            <a:endCxn id="69" idx="0"/>
          </p:cNvCxnSpPr>
          <p:nvPr/>
        </p:nvCxnSpPr>
        <p:spPr>
          <a:xfrm rot="5400000">
            <a:off x="3618038" y="2541436"/>
            <a:ext cx="629921" cy="16043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: Diagonal Corners Snipped 78">
            <a:extLst>
              <a:ext uri="{FF2B5EF4-FFF2-40B4-BE49-F238E27FC236}">
                <a16:creationId xmlns:a16="http://schemas.microsoft.com/office/drawing/2014/main" xmlns="" id="{BE78AD95-B57D-48E6-9CC5-C328894A0F5A}"/>
              </a:ext>
            </a:extLst>
          </p:cNvPr>
          <p:cNvSpPr/>
          <p:nvPr/>
        </p:nvSpPr>
        <p:spPr>
          <a:xfrm>
            <a:off x="983974" y="4882830"/>
            <a:ext cx="4343400" cy="991195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set the </a:t>
            </a:r>
            <a:r>
              <a:rPr lang="en-US" dirty="0" err="1"/>
              <a:t>params</a:t>
            </a:r>
            <a:r>
              <a:rPr lang="en-US" dirty="0"/>
              <a:t> for </a:t>
            </a:r>
            <a:r>
              <a:rPr lang="en-US" dirty="0" err="1"/>
              <a:t>payloadprepared</a:t>
            </a:r>
            <a:r>
              <a:rPr lang="en-US" dirty="0"/>
              <a:t> function call which is used as payload mechanism for </a:t>
            </a:r>
            <a:r>
              <a:rPr lang="en-US" dirty="0" err="1"/>
              <a:t>exportexcel</a:t>
            </a:r>
            <a:r>
              <a:rPr lang="en-US" dirty="0"/>
              <a:t> function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xmlns="" id="{BC2368FC-AA19-48AA-8559-37926F7A2675}"/>
              </a:ext>
            </a:extLst>
          </p:cNvPr>
          <p:cNvCxnSpPr>
            <a:stCxn id="65" idx="3"/>
            <a:endCxn id="53" idx="2"/>
          </p:cNvCxnSpPr>
          <p:nvPr/>
        </p:nvCxnSpPr>
        <p:spPr>
          <a:xfrm>
            <a:off x="6454587" y="1192868"/>
            <a:ext cx="711526" cy="4075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xmlns="" id="{2FC40F0E-D74F-44B5-8685-D3DCE1041C08}"/>
              </a:ext>
            </a:extLst>
          </p:cNvPr>
          <p:cNvCxnSpPr>
            <a:stCxn id="69" idx="3"/>
            <a:endCxn id="79" idx="0"/>
          </p:cNvCxnSpPr>
          <p:nvPr/>
        </p:nvCxnSpPr>
        <p:spPr>
          <a:xfrm>
            <a:off x="4564134" y="3903861"/>
            <a:ext cx="763240" cy="1474567"/>
          </a:xfrm>
          <a:prstGeom prst="bentConnector3">
            <a:avLst>
              <a:gd name="adj1" fmla="val 1299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8288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xmlns="" id="{B029A916-BA83-4F2E-A377-001ADCEEEA7C}"/>
              </a:ext>
            </a:extLst>
          </p:cNvPr>
          <p:cNvSpPr/>
          <p:nvPr/>
        </p:nvSpPr>
        <p:spPr>
          <a:xfrm>
            <a:off x="185602" y="1519480"/>
            <a:ext cx="2971800" cy="27730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530858" y="948419"/>
            <a:ext cx="2281287" cy="339363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ETL Operations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D21ABA2D-8634-409F-863E-CF6F97C36614}"/>
              </a:ext>
            </a:extLst>
          </p:cNvPr>
          <p:cNvSpPr/>
          <p:nvPr/>
        </p:nvSpPr>
        <p:spPr>
          <a:xfrm>
            <a:off x="548741" y="1730328"/>
            <a:ext cx="2281287" cy="537329"/>
          </a:xfrm>
          <a:prstGeom prst="flowChartAlternateProcess">
            <a:avLst/>
          </a:prstGeom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 Operations</a:t>
            </a:r>
          </a:p>
        </p:txBody>
      </p:sp>
      <p:sp>
        <p:nvSpPr>
          <p:cNvPr id="162" name="Flowchart: Process 161">
            <a:extLst>
              <a:ext uri="{FF2B5EF4-FFF2-40B4-BE49-F238E27FC236}">
                <a16:creationId xmlns:a16="http://schemas.microsoft.com/office/drawing/2014/main" xmlns="" id="{06D4E2DA-D899-44A2-886F-F1D08BBAEED2}"/>
              </a:ext>
            </a:extLst>
          </p:cNvPr>
          <p:cNvSpPr/>
          <p:nvPr/>
        </p:nvSpPr>
        <p:spPr>
          <a:xfrm>
            <a:off x="859253" y="2500633"/>
            <a:ext cx="1528283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components/</a:t>
            </a:r>
          </a:p>
        </p:txBody>
      </p:sp>
      <p:sp>
        <p:nvSpPr>
          <p:cNvPr id="164" name="Double Bracket 163">
            <a:extLst>
              <a:ext uri="{FF2B5EF4-FFF2-40B4-BE49-F238E27FC236}">
                <a16:creationId xmlns:a16="http://schemas.microsoft.com/office/drawing/2014/main" xmlns="" id="{7744D1FC-D4D7-4644-B1FB-0793F5668513}"/>
              </a:ext>
            </a:extLst>
          </p:cNvPr>
          <p:cNvSpPr/>
          <p:nvPr/>
        </p:nvSpPr>
        <p:spPr>
          <a:xfrm>
            <a:off x="947048" y="3051415"/>
            <a:ext cx="1484671" cy="404856"/>
          </a:xfrm>
          <a:prstGeom prst="bracketPai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controlbar.html/</a:t>
            </a:r>
          </a:p>
        </p:txBody>
      </p:sp>
      <p:sp>
        <p:nvSpPr>
          <p:cNvPr id="165" name="Double Bracket 164">
            <a:extLst>
              <a:ext uri="{FF2B5EF4-FFF2-40B4-BE49-F238E27FC236}">
                <a16:creationId xmlns:a16="http://schemas.microsoft.com/office/drawing/2014/main" xmlns="" id="{1F073B3D-3B19-47F6-A880-C1DF6A1E4AC2}"/>
              </a:ext>
            </a:extLst>
          </p:cNvPr>
          <p:cNvSpPr/>
          <p:nvPr/>
        </p:nvSpPr>
        <p:spPr>
          <a:xfrm>
            <a:off x="947048" y="3697773"/>
            <a:ext cx="1524000" cy="404856"/>
          </a:xfrm>
          <a:prstGeom prst="bracketPair">
            <a:avLst/>
          </a:prstGeom>
          <a:solidFill>
            <a:srgbClr val="00B050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Daterangepicker</a:t>
            </a:r>
            <a:endParaRPr lang="en-US" sz="1400" dirty="0"/>
          </a:p>
          <a:p>
            <a:pPr algn="ctr"/>
            <a:r>
              <a:rPr lang="en-US" sz="1400" dirty="0"/>
              <a:t>.html</a:t>
            </a:r>
          </a:p>
        </p:txBody>
      </p:sp>
      <p:sp>
        <p:nvSpPr>
          <p:cNvPr id="62" name="Double Brace 61">
            <a:extLst>
              <a:ext uri="{FF2B5EF4-FFF2-40B4-BE49-F238E27FC236}">
                <a16:creationId xmlns:a16="http://schemas.microsoft.com/office/drawing/2014/main" xmlns="" id="{B874AF4A-D5F3-40EA-B1A9-2B138CA4A81B}"/>
              </a:ext>
            </a:extLst>
          </p:cNvPr>
          <p:cNvSpPr/>
          <p:nvPr/>
        </p:nvSpPr>
        <p:spPr>
          <a:xfrm>
            <a:off x="4412918" y="1121876"/>
            <a:ext cx="2866616" cy="49058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reqops.exportexcel</a:t>
            </a:r>
            <a:r>
              <a:rPr lang="en-US" dirty="0"/>
              <a:t>()</a:t>
            </a:r>
          </a:p>
        </p:txBody>
      </p:sp>
      <p:sp>
        <p:nvSpPr>
          <p:cNvPr id="64" name="Scroll: Vertical 63">
            <a:extLst>
              <a:ext uri="{FF2B5EF4-FFF2-40B4-BE49-F238E27FC236}">
                <a16:creationId xmlns:a16="http://schemas.microsoft.com/office/drawing/2014/main" xmlns="" id="{6F8FF818-F205-4C06-BF60-B5F832584666}"/>
              </a:ext>
            </a:extLst>
          </p:cNvPr>
          <p:cNvSpPr/>
          <p:nvPr/>
        </p:nvSpPr>
        <p:spPr>
          <a:xfrm>
            <a:off x="4943096" y="1699736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i="1" dirty="0"/>
              <a:t>baseUtils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xmlns="" id="{E6A9108D-8A71-4876-A5DD-38FAE5A6CB41}"/>
              </a:ext>
            </a:extLst>
          </p:cNvPr>
          <p:cNvCxnSpPr>
            <a:stCxn id="16" idx="3"/>
            <a:endCxn id="62" idx="1"/>
          </p:cNvCxnSpPr>
          <p:nvPr/>
        </p:nvCxnSpPr>
        <p:spPr>
          <a:xfrm flipV="1">
            <a:off x="3157402" y="1367168"/>
            <a:ext cx="1255516" cy="15388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CD9E0C76-3026-42E5-AA03-560C4F996D79}"/>
              </a:ext>
            </a:extLst>
          </p:cNvPr>
          <p:cNvSpPr/>
          <p:nvPr/>
        </p:nvSpPr>
        <p:spPr>
          <a:xfrm>
            <a:off x="3227508" y="1749186"/>
            <a:ext cx="1514096" cy="5565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Upload</a:t>
            </a:r>
          </a:p>
        </p:txBody>
      </p:sp>
      <p:sp>
        <p:nvSpPr>
          <p:cNvPr id="70" name="Double Brace 69">
            <a:extLst>
              <a:ext uri="{FF2B5EF4-FFF2-40B4-BE49-F238E27FC236}">
                <a16:creationId xmlns:a16="http://schemas.microsoft.com/office/drawing/2014/main" xmlns="" id="{D217FE71-73BE-4A75-975B-F0C7D0A02A5C}"/>
              </a:ext>
            </a:extLst>
          </p:cNvPr>
          <p:cNvSpPr/>
          <p:nvPr/>
        </p:nvSpPr>
        <p:spPr>
          <a:xfrm>
            <a:off x="7566935" y="1110536"/>
            <a:ext cx="2392074" cy="49058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Payloadprepared</a:t>
            </a:r>
            <a:r>
              <a:rPr lang="en-US" dirty="0"/>
              <a:t>()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xmlns="" id="{0823B9BF-DBAF-4906-9130-279D212A2A6B}"/>
              </a:ext>
            </a:extLst>
          </p:cNvPr>
          <p:cNvSpPr/>
          <p:nvPr/>
        </p:nvSpPr>
        <p:spPr>
          <a:xfrm>
            <a:off x="3226196" y="1749186"/>
            <a:ext cx="1514096" cy="5565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Download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xmlns="" id="{955004C9-0A3D-4424-8DB9-287A26BA2146}"/>
              </a:ext>
            </a:extLst>
          </p:cNvPr>
          <p:cNvSpPr/>
          <p:nvPr/>
        </p:nvSpPr>
        <p:spPr>
          <a:xfrm>
            <a:off x="9558673" y="3687187"/>
            <a:ext cx="2247917" cy="5565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Download requested to Server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xmlns="" id="{02D38F99-292E-42F7-A5F2-4F14A0347241}"/>
              </a:ext>
            </a:extLst>
          </p:cNvPr>
          <p:cNvSpPr/>
          <p:nvPr/>
        </p:nvSpPr>
        <p:spPr>
          <a:xfrm>
            <a:off x="243476" y="4444809"/>
            <a:ext cx="5086795" cy="17603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Double Brace 80">
            <a:extLst>
              <a:ext uri="{FF2B5EF4-FFF2-40B4-BE49-F238E27FC236}">
                <a16:creationId xmlns:a16="http://schemas.microsoft.com/office/drawing/2014/main" xmlns="" id="{AAF3A249-9041-4BF2-81CA-E4D9DD9B4BFE}"/>
              </a:ext>
            </a:extLst>
          </p:cNvPr>
          <p:cNvSpPr/>
          <p:nvPr/>
        </p:nvSpPr>
        <p:spPr>
          <a:xfrm>
            <a:off x="460556" y="4611610"/>
            <a:ext cx="4525186" cy="1393682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newsdownloadsets</a:t>
            </a:r>
            <a:r>
              <a:rPr lang="en-US" dirty="0"/>
              <a:t>” for download csv sets with download links .(divide by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newsdownload</a:t>
            </a:r>
            <a:r>
              <a:rPr lang="en-US" dirty="0"/>
              <a:t>” for Upload complete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2" name="Scroll: Vertical 81">
            <a:extLst>
              <a:ext uri="{FF2B5EF4-FFF2-40B4-BE49-F238E27FC236}">
                <a16:creationId xmlns:a16="http://schemas.microsoft.com/office/drawing/2014/main" xmlns="" id="{01FDCB0C-6224-4C0A-9A89-B1E15EFA86BA}"/>
              </a:ext>
            </a:extLst>
          </p:cNvPr>
          <p:cNvSpPr/>
          <p:nvPr/>
        </p:nvSpPr>
        <p:spPr>
          <a:xfrm>
            <a:off x="1332349" y="6292911"/>
            <a:ext cx="2110374" cy="34998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(customSocketio</a:t>
            </a:r>
            <a:r>
              <a:rPr lang="en-US" sz="1600" i="1" dirty="0"/>
              <a:t>.js</a:t>
            </a:r>
            <a:r>
              <a:rPr lang="en-US" dirty="0"/>
              <a:t>)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xmlns="" id="{72ABE4FE-E232-4CE8-8BA7-8AD7A4322F1C}"/>
              </a:ext>
            </a:extLst>
          </p:cNvPr>
          <p:cNvCxnSpPr>
            <a:cxnSpLocks/>
            <a:stCxn id="37" idx="1"/>
            <a:endCxn id="33" idx="3"/>
          </p:cNvCxnSpPr>
          <p:nvPr/>
        </p:nvCxnSpPr>
        <p:spPr>
          <a:xfrm rot="10800000" flipV="1">
            <a:off x="5330271" y="4641522"/>
            <a:ext cx="3241166" cy="6834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xmlns="" id="{F2F5F799-4EB0-436A-944B-B1C428E3C55D}"/>
              </a:ext>
            </a:extLst>
          </p:cNvPr>
          <p:cNvSpPr/>
          <p:nvPr/>
        </p:nvSpPr>
        <p:spPr>
          <a:xfrm>
            <a:off x="5980212" y="4462149"/>
            <a:ext cx="1944207" cy="4903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 </a:t>
            </a:r>
            <a:r>
              <a:rPr lang="en-US" dirty="0" err="1"/>
              <a:t>io</a:t>
            </a:r>
            <a:r>
              <a:rPr lang="en-US" dirty="0"/>
              <a:t> based Notification </a:t>
            </a:r>
          </a:p>
        </p:txBody>
      </p:sp>
      <p:sp>
        <p:nvSpPr>
          <p:cNvPr id="26" name="Double Brace 25">
            <a:extLst>
              <a:ext uri="{FF2B5EF4-FFF2-40B4-BE49-F238E27FC236}">
                <a16:creationId xmlns:a16="http://schemas.microsoft.com/office/drawing/2014/main" xmlns="" id="{A4040644-0984-4E09-A013-780B424741C4}"/>
              </a:ext>
            </a:extLst>
          </p:cNvPr>
          <p:cNvSpPr/>
          <p:nvPr/>
        </p:nvSpPr>
        <p:spPr>
          <a:xfrm>
            <a:off x="7486283" y="2376583"/>
            <a:ext cx="3140190" cy="530508"/>
          </a:xfrm>
          <a:prstGeom prst="bracePair">
            <a:avLst>
              <a:gd name="adj" fmla="val 25000"/>
            </a:avLst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basefunction</a:t>
            </a:r>
            <a:r>
              <a:rPr lang="en-US" sz="1400" dirty="0"/>
              <a:t>().</a:t>
            </a:r>
          </a:p>
          <a:p>
            <a:pPr algn="ctr"/>
            <a:r>
              <a:rPr lang="en-US" sz="1400" dirty="0" err="1"/>
              <a:t>exportexcel</a:t>
            </a:r>
            <a:r>
              <a:rPr lang="en-US" sz="1400" dirty="0"/>
              <a:t>(base)</a:t>
            </a:r>
          </a:p>
          <a:p>
            <a:endParaRPr lang="en-US" sz="1400" dirty="0"/>
          </a:p>
        </p:txBody>
      </p:sp>
      <p:sp>
        <p:nvSpPr>
          <p:cNvPr id="28" name="Double Brace 27">
            <a:extLst>
              <a:ext uri="{FF2B5EF4-FFF2-40B4-BE49-F238E27FC236}">
                <a16:creationId xmlns:a16="http://schemas.microsoft.com/office/drawing/2014/main" xmlns="" id="{EFB0EF15-384F-4BB1-81D0-AB5380AC9C6F}"/>
              </a:ext>
            </a:extLst>
          </p:cNvPr>
          <p:cNvSpPr/>
          <p:nvPr/>
        </p:nvSpPr>
        <p:spPr>
          <a:xfrm>
            <a:off x="8070761" y="1997397"/>
            <a:ext cx="2221980" cy="341209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b="1" dirty="0"/>
              <a:t>&lt;</a:t>
            </a:r>
            <a:r>
              <a:rPr lang="en-US" sz="1600" b="1" dirty="0" err="1"/>
              <a:t>Actionfunction</a:t>
            </a:r>
            <a:r>
              <a:rPr lang="en-US" sz="1600" b="1" dirty="0"/>
              <a:t>(this)&gt;</a:t>
            </a:r>
          </a:p>
        </p:txBody>
      </p:sp>
      <p:sp>
        <p:nvSpPr>
          <p:cNvPr id="29" name="Scroll: Vertical 28">
            <a:extLst>
              <a:ext uri="{FF2B5EF4-FFF2-40B4-BE49-F238E27FC236}">
                <a16:creationId xmlns:a16="http://schemas.microsoft.com/office/drawing/2014/main" xmlns="" id="{45B68FB6-6CFD-4187-B0B1-2895CACAFF45}"/>
              </a:ext>
            </a:extLst>
          </p:cNvPr>
          <p:cNvSpPr/>
          <p:nvPr/>
        </p:nvSpPr>
        <p:spPr>
          <a:xfrm>
            <a:off x="8192808" y="2997028"/>
            <a:ext cx="1977886" cy="262899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sz="1600" i="1" dirty="0"/>
              <a:t>app_module.js</a:t>
            </a:r>
            <a:r>
              <a:rPr lang="en-US" dirty="0"/>
              <a:t>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xmlns="" id="{EB45AD46-CBC1-4781-AED7-FAE6CB04D7BA}"/>
              </a:ext>
            </a:extLst>
          </p:cNvPr>
          <p:cNvCxnSpPr>
            <a:stCxn id="70" idx="3"/>
            <a:endCxn id="26" idx="1"/>
          </p:cNvCxnSpPr>
          <p:nvPr/>
        </p:nvCxnSpPr>
        <p:spPr>
          <a:xfrm flipH="1">
            <a:off x="7486283" y="1355828"/>
            <a:ext cx="2472726" cy="1286009"/>
          </a:xfrm>
          <a:prstGeom prst="bentConnector5">
            <a:avLst>
              <a:gd name="adj1" fmla="val -36176"/>
              <a:gd name="adj2" fmla="val 38404"/>
              <a:gd name="adj3" fmla="val 1092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xmlns="" id="{B53248D4-4E66-4E32-AC9E-BE50E4E603BD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9516013" y="2641837"/>
            <a:ext cx="1110460" cy="2010240"/>
          </a:xfrm>
          <a:prstGeom prst="bentConnector4">
            <a:avLst>
              <a:gd name="adj1" fmla="val -109196"/>
              <a:gd name="adj2" fmla="val 1006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Download from cloud">
            <a:extLst>
              <a:ext uri="{FF2B5EF4-FFF2-40B4-BE49-F238E27FC236}">
                <a16:creationId xmlns:a16="http://schemas.microsoft.com/office/drawing/2014/main" xmlns="" id="{846CAD26-75DB-4A44-8FCD-81DF07ABFA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571437" y="4184322"/>
            <a:ext cx="914400" cy="91440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xmlns="" id="{BE32A880-A1A0-4219-8AE7-21076743AE25}"/>
              </a:ext>
            </a:extLst>
          </p:cNvPr>
          <p:cNvSpPr txBox="1">
            <a:spLocks/>
          </p:cNvSpPr>
          <p:nvPr/>
        </p:nvSpPr>
        <p:spPr>
          <a:xfrm>
            <a:off x="3125857" y="67840"/>
            <a:ext cx="4605059" cy="63159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chemeClr val="accent1"/>
                </a:solidFill>
              </a:rPr>
              <a:t>ETL-Download Operations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514010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BFCF20D5-1FC1-4B71-8DC0-5EE0D70E8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60" y="313928"/>
            <a:ext cx="4868845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Route Structure and Module Operations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xmlns="" id="{F511B02C-F2AE-4C8F-A28B-8ABF18296A80}"/>
              </a:ext>
            </a:extLst>
          </p:cNvPr>
          <p:cNvSpPr/>
          <p:nvPr/>
        </p:nvSpPr>
        <p:spPr>
          <a:xfrm>
            <a:off x="555095" y="1283109"/>
            <a:ext cx="1907361" cy="602925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routes/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xmlns="" id="{BCD456FF-53A3-4C59-B207-0902D5B40FEB}"/>
              </a:ext>
            </a:extLst>
          </p:cNvPr>
          <p:cNvSpPr/>
          <p:nvPr/>
        </p:nvSpPr>
        <p:spPr>
          <a:xfrm>
            <a:off x="1750638" y="2087983"/>
            <a:ext cx="1762814" cy="442273"/>
          </a:xfrm>
          <a:prstGeom prst="round2Diag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modules.js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7819213" y="171755"/>
            <a:ext cx="2347276" cy="529237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View (EJS) Render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857D7891-FECA-4BD8-B832-B7FA0CA024D8}"/>
              </a:ext>
            </a:extLst>
          </p:cNvPr>
          <p:cNvCxnSpPr>
            <a:cxnSpLocks/>
          </p:cNvCxnSpPr>
          <p:nvPr/>
        </p:nvCxnSpPr>
        <p:spPr>
          <a:xfrm>
            <a:off x="1508776" y="2322077"/>
            <a:ext cx="2418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xmlns="" id="{7AFCEAF8-615B-47FC-965C-79BD1295766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508776" y="1886034"/>
            <a:ext cx="0" cy="438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xmlns="" id="{26E6C0D9-B023-4DC7-909D-4844DD1CC327}"/>
              </a:ext>
            </a:extLst>
          </p:cNvPr>
          <p:cNvCxnSpPr>
            <a:cxnSpLocks/>
            <a:stCxn id="8" idx="0"/>
            <a:endCxn id="24" idx="1"/>
          </p:cNvCxnSpPr>
          <p:nvPr/>
        </p:nvCxnSpPr>
        <p:spPr>
          <a:xfrm flipV="1">
            <a:off x="3513452" y="436374"/>
            <a:ext cx="4305761" cy="1872746"/>
          </a:xfrm>
          <a:prstGeom prst="bentConnector3">
            <a:avLst>
              <a:gd name="adj1" fmla="val 340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Diagonal Corners Rounded 52">
            <a:extLst>
              <a:ext uri="{FF2B5EF4-FFF2-40B4-BE49-F238E27FC236}">
                <a16:creationId xmlns:a16="http://schemas.microsoft.com/office/drawing/2014/main" xmlns="" id="{255B368B-39B9-40D9-941D-CCDDD497D086}"/>
              </a:ext>
            </a:extLst>
          </p:cNvPr>
          <p:cNvSpPr/>
          <p:nvPr/>
        </p:nvSpPr>
        <p:spPr>
          <a:xfrm>
            <a:off x="994931" y="3671278"/>
            <a:ext cx="2375547" cy="444527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dependentVariables.js</a:t>
            </a:r>
          </a:p>
        </p:txBody>
      </p:sp>
      <p:sp>
        <p:nvSpPr>
          <p:cNvPr id="69" name="Flowchart: Process 68">
            <a:extLst>
              <a:ext uri="{FF2B5EF4-FFF2-40B4-BE49-F238E27FC236}">
                <a16:creationId xmlns:a16="http://schemas.microsoft.com/office/drawing/2014/main" xmlns="" id="{36C9E195-70AB-42CD-859B-5910EAC8B970}"/>
              </a:ext>
            </a:extLst>
          </p:cNvPr>
          <p:cNvSpPr/>
          <p:nvPr/>
        </p:nvSpPr>
        <p:spPr>
          <a:xfrm>
            <a:off x="1750638" y="2928345"/>
            <a:ext cx="1619840" cy="405356"/>
          </a:xfrm>
          <a:prstGeom prst="flowChartProcess">
            <a:avLst/>
          </a:prstGeom>
          <a:solidFill>
            <a:srgbClr val="EA1E7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utils</a:t>
            </a:r>
            <a:r>
              <a:rPr lang="en-US" dirty="0"/>
              <a:t>/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xmlns="" id="{00141699-C167-4B5F-810C-66E34BEC1640}"/>
              </a:ext>
            </a:extLst>
          </p:cNvPr>
          <p:cNvCxnSpPr>
            <a:cxnSpLocks/>
            <a:stCxn id="6" idx="2"/>
            <a:endCxn id="69" idx="1"/>
          </p:cNvCxnSpPr>
          <p:nvPr/>
        </p:nvCxnSpPr>
        <p:spPr>
          <a:xfrm rot="16200000" flipH="1">
            <a:off x="1007213" y="2387597"/>
            <a:ext cx="1244989" cy="24186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xmlns="" id="{6456110D-366C-45BF-AC39-CFC87E5DBC6B}"/>
              </a:ext>
            </a:extLst>
          </p:cNvPr>
          <p:cNvCxnSpPr>
            <a:cxnSpLocks/>
            <a:stCxn id="69" idx="2"/>
            <a:endCxn id="53" idx="3"/>
          </p:cNvCxnSpPr>
          <p:nvPr/>
        </p:nvCxnSpPr>
        <p:spPr>
          <a:xfrm rot="5400000">
            <a:off x="2202844" y="3313563"/>
            <a:ext cx="337577" cy="37785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xmlns="" id="{0B9C0BD4-4B97-4D60-8C37-AD1125AEEE1D}"/>
              </a:ext>
            </a:extLst>
          </p:cNvPr>
          <p:cNvCxnSpPr>
            <a:cxnSpLocks/>
            <a:stCxn id="8" idx="0"/>
          </p:cNvCxnSpPr>
          <p:nvPr/>
        </p:nvCxnSpPr>
        <p:spPr>
          <a:xfrm flipH="1">
            <a:off x="2182706" y="2309120"/>
            <a:ext cx="1330746" cy="1806687"/>
          </a:xfrm>
          <a:prstGeom prst="bentConnector4">
            <a:avLst>
              <a:gd name="adj1" fmla="val -17178"/>
              <a:gd name="adj2" fmla="val 1193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xmlns="" id="{E9DA3D79-E7D2-41C2-9C90-CF32C9965762}"/>
              </a:ext>
            </a:extLst>
          </p:cNvPr>
          <p:cNvSpPr/>
          <p:nvPr/>
        </p:nvSpPr>
        <p:spPr>
          <a:xfrm>
            <a:off x="7819213" y="857455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Load Operations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xmlns="" id="{8A5B4F7A-9663-47FC-8970-E448DF41EB3C}"/>
              </a:ext>
            </a:extLst>
          </p:cNvPr>
          <p:cNvSpPr/>
          <p:nvPr/>
        </p:nvSpPr>
        <p:spPr>
          <a:xfrm>
            <a:off x="7819213" y="1542502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Multipurpose Features Operations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CB7F09A1-7310-4802-A6F8-C485931EA02B}"/>
              </a:ext>
            </a:extLst>
          </p:cNvPr>
          <p:cNvSpPr/>
          <p:nvPr/>
        </p:nvSpPr>
        <p:spPr>
          <a:xfrm>
            <a:off x="5059959" y="677895"/>
            <a:ext cx="1142300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/load/</a:t>
            </a:r>
          </a:p>
        </p:txBody>
      </p:sp>
      <p:sp>
        <p:nvSpPr>
          <p:cNvPr id="102" name="Flowchart: Alternate Process 101">
            <a:extLst>
              <a:ext uri="{FF2B5EF4-FFF2-40B4-BE49-F238E27FC236}">
                <a16:creationId xmlns:a16="http://schemas.microsoft.com/office/drawing/2014/main" xmlns="" id="{24FE528E-DB2F-41B0-B8F1-3A45457A7480}"/>
              </a:ext>
            </a:extLst>
          </p:cNvPr>
          <p:cNvSpPr/>
          <p:nvPr/>
        </p:nvSpPr>
        <p:spPr>
          <a:xfrm>
            <a:off x="7819213" y="2189103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GroupBy</a:t>
            </a:r>
            <a:r>
              <a:rPr lang="en-US" dirty="0"/>
              <a:t> Operations</a:t>
            </a:r>
          </a:p>
        </p:txBody>
      </p:sp>
      <p:sp>
        <p:nvSpPr>
          <p:cNvPr id="108" name="Flowchart: Alternate Process 107">
            <a:extLst>
              <a:ext uri="{FF2B5EF4-FFF2-40B4-BE49-F238E27FC236}">
                <a16:creationId xmlns:a16="http://schemas.microsoft.com/office/drawing/2014/main" xmlns="" id="{2782E038-998F-4910-8446-4963BB6780EE}"/>
              </a:ext>
            </a:extLst>
          </p:cNvPr>
          <p:cNvSpPr/>
          <p:nvPr/>
        </p:nvSpPr>
        <p:spPr>
          <a:xfrm>
            <a:off x="7819213" y="2829753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Operations</a:t>
            </a:r>
          </a:p>
        </p:txBody>
      </p:sp>
      <p:sp>
        <p:nvSpPr>
          <p:cNvPr id="110" name="Flowchart: Alternate Process 109">
            <a:extLst>
              <a:ext uri="{FF2B5EF4-FFF2-40B4-BE49-F238E27FC236}">
                <a16:creationId xmlns:a16="http://schemas.microsoft.com/office/drawing/2014/main" xmlns="" id="{1B429190-DF98-4871-A74B-E61638DBDCB0}"/>
              </a:ext>
            </a:extLst>
          </p:cNvPr>
          <p:cNvSpPr/>
          <p:nvPr/>
        </p:nvSpPr>
        <p:spPr>
          <a:xfrm>
            <a:off x="7819213" y="3470403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Operations</a:t>
            </a:r>
          </a:p>
        </p:txBody>
      </p:sp>
      <p:sp>
        <p:nvSpPr>
          <p:cNvPr id="111" name="Flowchart: Alternate Process 110">
            <a:extLst>
              <a:ext uri="{FF2B5EF4-FFF2-40B4-BE49-F238E27FC236}">
                <a16:creationId xmlns:a16="http://schemas.microsoft.com/office/drawing/2014/main" xmlns="" id="{54BE2B70-2F30-4A77-8352-2D0456C00C97}"/>
              </a:ext>
            </a:extLst>
          </p:cNvPr>
          <p:cNvSpPr/>
          <p:nvPr/>
        </p:nvSpPr>
        <p:spPr>
          <a:xfrm>
            <a:off x="7819213" y="4167757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Operations</a:t>
            </a:r>
          </a:p>
        </p:txBody>
      </p:sp>
      <p:sp>
        <p:nvSpPr>
          <p:cNvPr id="114" name="Flowchart: Alternate Process 113">
            <a:extLst>
              <a:ext uri="{FF2B5EF4-FFF2-40B4-BE49-F238E27FC236}">
                <a16:creationId xmlns:a16="http://schemas.microsoft.com/office/drawing/2014/main" xmlns="" id="{2B8C74A2-14A9-49C1-BC80-6EB0A7F88F7B}"/>
              </a:ext>
            </a:extLst>
          </p:cNvPr>
          <p:cNvSpPr/>
          <p:nvPr/>
        </p:nvSpPr>
        <p:spPr>
          <a:xfrm>
            <a:off x="7819213" y="4833893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 Operations</a:t>
            </a:r>
          </a:p>
        </p:txBody>
      </p:sp>
      <p:sp>
        <p:nvSpPr>
          <p:cNvPr id="115" name="Flowchart: Alternate Process 114">
            <a:extLst>
              <a:ext uri="{FF2B5EF4-FFF2-40B4-BE49-F238E27FC236}">
                <a16:creationId xmlns:a16="http://schemas.microsoft.com/office/drawing/2014/main" xmlns="" id="{FAE2FBE4-6F1D-4004-AF7E-1809BB79104C}"/>
              </a:ext>
            </a:extLst>
          </p:cNvPr>
          <p:cNvSpPr/>
          <p:nvPr/>
        </p:nvSpPr>
        <p:spPr>
          <a:xfrm>
            <a:off x="7819213" y="6220445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GroupByID</a:t>
            </a:r>
            <a:r>
              <a:rPr lang="en-US" dirty="0"/>
              <a:t> Operations</a:t>
            </a:r>
          </a:p>
        </p:txBody>
      </p:sp>
      <p:sp>
        <p:nvSpPr>
          <p:cNvPr id="117" name="Flowchart: Alternate Process 116">
            <a:extLst>
              <a:ext uri="{FF2B5EF4-FFF2-40B4-BE49-F238E27FC236}">
                <a16:creationId xmlns:a16="http://schemas.microsoft.com/office/drawing/2014/main" xmlns="" id="{A09DC8FC-1DAD-4085-B781-218A332D0D22}"/>
              </a:ext>
            </a:extLst>
          </p:cNvPr>
          <p:cNvSpPr/>
          <p:nvPr/>
        </p:nvSpPr>
        <p:spPr>
          <a:xfrm>
            <a:off x="7819213" y="5527169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Pivot Operations</a:t>
            </a:r>
          </a:p>
        </p:txBody>
      </p: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xmlns="" id="{1E35998D-BDE0-4F76-806A-BB8409F5E330}"/>
              </a:ext>
            </a:extLst>
          </p:cNvPr>
          <p:cNvCxnSpPr>
            <a:cxnSpLocks/>
            <a:stCxn id="8" idx="0"/>
            <a:endCxn id="115" idx="1"/>
          </p:cNvCxnSpPr>
          <p:nvPr/>
        </p:nvCxnSpPr>
        <p:spPr>
          <a:xfrm>
            <a:off x="3513452" y="2309120"/>
            <a:ext cx="4305761" cy="4175944"/>
          </a:xfrm>
          <a:prstGeom prst="bentConnector3">
            <a:avLst>
              <a:gd name="adj1" fmla="val 340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xmlns="" id="{FCB1BA38-2E1B-4D56-9E07-5F65EC2145F1}"/>
              </a:ext>
            </a:extLst>
          </p:cNvPr>
          <p:cNvCxnSpPr>
            <a:endCxn id="102" idx="1"/>
          </p:cNvCxnSpPr>
          <p:nvPr/>
        </p:nvCxnSpPr>
        <p:spPr>
          <a:xfrm>
            <a:off x="4969565" y="2453721"/>
            <a:ext cx="2849648" cy="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xmlns="" id="{4860B684-F249-4B7B-BAD7-7FB64ECA1983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4969565" y="1807121"/>
            <a:ext cx="2849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xmlns="" id="{AC62CE0D-90FC-4CD2-B6DC-A9E9FA2DA552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4969565" y="1122074"/>
            <a:ext cx="2849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xmlns="" id="{00524069-FD3F-4B4B-8DA8-3302C4249FD9}"/>
              </a:ext>
            </a:extLst>
          </p:cNvPr>
          <p:cNvCxnSpPr>
            <a:cxnSpLocks/>
            <a:endCxn id="108" idx="1"/>
          </p:cNvCxnSpPr>
          <p:nvPr/>
        </p:nvCxnSpPr>
        <p:spPr>
          <a:xfrm>
            <a:off x="4969565" y="3087670"/>
            <a:ext cx="2849648" cy="6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xmlns="" id="{6210B38B-D53B-4F05-87FC-425BD753A120}"/>
              </a:ext>
            </a:extLst>
          </p:cNvPr>
          <p:cNvCxnSpPr>
            <a:cxnSpLocks/>
          </p:cNvCxnSpPr>
          <p:nvPr/>
        </p:nvCxnSpPr>
        <p:spPr>
          <a:xfrm>
            <a:off x="4969565" y="3708860"/>
            <a:ext cx="2849648" cy="6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xmlns="" id="{9EB883AF-4AAF-4E24-A494-A5AD16FE6265}"/>
              </a:ext>
            </a:extLst>
          </p:cNvPr>
          <p:cNvCxnSpPr>
            <a:cxnSpLocks/>
          </p:cNvCxnSpPr>
          <p:nvPr/>
        </p:nvCxnSpPr>
        <p:spPr>
          <a:xfrm>
            <a:off x="4969565" y="4410598"/>
            <a:ext cx="2849648" cy="6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xmlns="" id="{49876810-AF81-4F82-9FDD-FC0426A58B2B}"/>
              </a:ext>
            </a:extLst>
          </p:cNvPr>
          <p:cNvCxnSpPr>
            <a:cxnSpLocks/>
          </p:cNvCxnSpPr>
          <p:nvPr/>
        </p:nvCxnSpPr>
        <p:spPr>
          <a:xfrm>
            <a:off x="4969565" y="5137147"/>
            <a:ext cx="2849648" cy="6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xmlns="" id="{7CFC00EE-79B1-4E86-BB7F-E9E870500616}"/>
              </a:ext>
            </a:extLst>
          </p:cNvPr>
          <p:cNvCxnSpPr>
            <a:cxnSpLocks/>
          </p:cNvCxnSpPr>
          <p:nvPr/>
        </p:nvCxnSpPr>
        <p:spPr>
          <a:xfrm>
            <a:off x="4969565" y="5793799"/>
            <a:ext cx="2849648" cy="6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xmlns="" id="{5EF759EE-9DF1-45C0-8707-C07423D03FB5}"/>
              </a:ext>
            </a:extLst>
          </p:cNvPr>
          <p:cNvSpPr/>
          <p:nvPr/>
        </p:nvSpPr>
        <p:spPr>
          <a:xfrm>
            <a:off x="5053147" y="1367773"/>
            <a:ext cx="1759136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searchtype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xmlns="" id="{5368FEA1-4A6C-4896-8309-8AE4D6A8C989}"/>
              </a:ext>
            </a:extLst>
          </p:cNvPr>
          <p:cNvSpPr/>
          <p:nvPr/>
        </p:nvSpPr>
        <p:spPr>
          <a:xfrm>
            <a:off x="5053147" y="1998578"/>
            <a:ext cx="2613395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searchtypegroupby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xmlns="" id="{5B10B930-FE79-4A98-9C38-AFF44E5C2C97}"/>
              </a:ext>
            </a:extLst>
          </p:cNvPr>
          <p:cNvSpPr/>
          <p:nvPr/>
        </p:nvSpPr>
        <p:spPr>
          <a:xfrm>
            <a:off x="5068235" y="2676092"/>
            <a:ext cx="1319657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/create/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xmlns="" id="{F3B3402A-3AF2-46F0-9C7A-85C3D2C7DAD3}"/>
              </a:ext>
            </a:extLst>
          </p:cNvPr>
          <p:cNvSpPr/>
          <p:nvPr/>
        </p:nvSpPr>
        <p:spPr>
          <a:xfrm>
            <a:off x="5043342" y="3273603"/>
            <a:ext cx="1398973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/update/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xmlns="" id="{7573AFBF-BB1D-4231-A079-9BAD4A1A90CA}"/>
              </a:ext>
            </a:extLst>
          </p:cNvPr>
          <p:cNvSpPr/>
          <p:nvPr/>
        </p:nvSpPr>
        <p:spPr>
          <a:xfrm>
            <a:off x="5043342" y="3955016"/>
            <a:ext cx="2109873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uploadcontent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xmlns="" id="{FB862882-410F-497C-9790-50AD0ECC99F6}"/>
              </a:ext>
            </a:extLst>
          </p:cNvPr>
          <p:cNvSpPr/>
          <p:nvPr/>
        </p:nvSpPr>
        <p:spPr>
          <a:xfrm>
            <a:off x="5047097" y="4682907"/>
            <a:ext cx="1812804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exportexcel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xmlns="" id="{4F416242-E9DB-4A06-BBDA-DAF5D16C2536}"/>
              </a:ext>
            </a:extLst>
          </p:cNvPr>
          <p:cNvSpPr/>
          <p:nvPr/>
        </p:nvSpPr>
        <p:spPr>
          <a:xfrm>
            <a:off x="5068235" y="5338217"/>
            <a:ext cx="174470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pivotresult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xmlns="" id="{5F79AFAF-571A-453A-BD3C-6F83192C1882}"/>
              </a:ext>
            </a:extLst>
          </p:cNvPr>
          <p:cNvSpPr/>
          <p:nvPr/>
        </p:nvSpPr>
        <p:spPr>
          <a:xfrm>
            <a:off x="5043342" y="6003178"/>
            <a:ext cx="2470642" cy="338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searchtypegroupbyId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xmlns="" id="{F54B2C40-866D-495A-B495-AAE0D481C1FE}"/>
              </a:ext>
            </a:extLst>
          </p:cNvPr>
          <p:cNvSpPr/>
          <p:nvPr/>
        </p:nvSpPr>
        <p:spPr>
          <a:xfrm>
            <a:off x="5095182" y="55846"/>
            <a:ext cx="274434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38" name="Flowchart: Alternate Process 237">
            <a:extLst>
              <a:ext uri="{FF2B5EF4-FFF2-40B4-BE49-F238E27FC236}">
                <a16:creationId xmlns:a16="http://schemas.microsoft.com/office/drawing/2014/main" xmlns="" id="{DF76BF0B-F5B3-48B7-A8BF-AA8B6C0F283C}"/>
              </a:ext>
            </a:extLst>
          </p:cNvPr>
          <p:cNvSpPr/>
          <p:nvPr/>
        </p:nvSpPr>
        <p:spPr>
          <a:xfrm>
            <a:off x="7819213" y="2146855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GroupBy</a:t>
            </a:r>
            <a:r>
              <a:rPr lang="en-US" dirty="0"/>
              <a:t> Operations</a:t>
            </a:r>
          </a:p>
        </p:txBody>
      </p:sp>
    </p:spTree>
    <p:extLst>
      <p:ext uri="{BB962C8B-B14F-4D97-AF65-F5344CB8AC3E}">
        <p14:creationId xmlns:p14="http://schemas.microsoft.com/office/powerpoint/2010/main" xmlns="" val="518534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497544" y="3366730"/>
            <a:ext cx="10985214" cy="33759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3AFC72EC-BE9C-4807-89E1-6EE0FDDAA508}"/>
              </a:ext>
            </a:extLst>
          </p:cNvPr>
          <p:cNvSpPr/>
          <p:nvPr/>
        </p:nvSpPr>
        <p:spPr>
          <a:xfrm>
            <a:off x="4550231" y="380843"/>
            <a:ext cx="6929464" cy="27138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802187" y="857554"/>
            <a:ext cx="2347276" cy="529237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View (EJS) Render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CB7F09A1-7310-4802-A6F8-C485931EA02B}"/>
              </a:ext>
            </a:extLst>
          </p:cNvPr>
          <p:cNvSpPr/>
          <p:nvPr/>
        </p:nvSpPr>
        <p:spPr>
          <a:xfrm>
            <a:off x="873314" y="1575311"/>
            <a:ext cx="1537600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Modulename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3231785" y="941828"/>
            <a:ext cx="1288427" cy="393950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</a:t>
            </a:r>
            <a:r>
              <a:rPr lang="en-US" sz="1400" dirty="0" err="1"/>
              <a:t>preValidation</a:t>
            </a:r>
            <a:endParaRPr lang="en-US" sz="1400" dirty="0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BF58AE9D-F566-4020-B02F-933984F0834F}"/>
              </a:ext>
            </a:extLst>
          </p:cNvPr>
          <p:cNvSpPr/>
          <p:nvPr/>
        </p:nvSpPr>
        <p:spPr>
          <a:xfrm>
            <a:off x="4710458" y="819779"/>
            <a:ext cx="1808921" cy="544154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fastify.isSession</a:t>
            </a:r>
            <a:endParaRPr lang="en-US" dirty="0"/>
          </a:p>
        </p:txBody>
      </p:sp>
      <p:sp>
        <p:nvSpPr>
          <p:cNvPr id="43" name="Rectangle: Top Corners Rounded 42">
            <a:extLst>
              <a:ext uri="{FF2B5EF4-FFF2-40B4-BE49-F238E27FC236}">
                <a16:creationId xmlns:a16="http://schemas.microsoft.com/office/drawing/2014/main" xmlns="" id="{4185D91B-C913-43DA-9FA2-B8987462F21B}"/>
              </a:ext>
            </a:extLst>
          </p:cNvPr>
          <p:cNvSpPr/>
          <p:nvPr/>
        </p:nvSpPr>
        <p:spPr>
          <a:xfrm>
            <a:off x="7945516" y="1193594"/>
            <a:ext cx="2372139" cy="544154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fastify.isModuleAccess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E7F02F3E-4915-42CF-B46A-5B5548F4625A}"/>
              </a:ext>
            </a:extLst>
          </p:cNvPr>
          <p:cNvSpPr/>
          <p:nvPr/>
        </p:nvSpPr>
        <p:spPr>
          <a:xfrm>
            <a:off x="8047977" y="484368"/>
            <a:ext cx="2209717" cy="436447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Redirect to Login screen</a:t>
            </a:r>
          </a:p>
        </p:txBody>
      </p:sp>
      <p:sp>
        <p:nvSpPr>
          <p:cNvPr id="73" name="Scroll: Vertical 72">
            <a:extLst>
              <a:ext uri="{FF2B5EF4-FFF2-40B4-BE49-F238E27FC236}">
                <a16:creationId xmlns:a16="http://schemas.microsoft.com/office/drawing/2014/main" xmlns="" id="{67D4E3A9-3DEC-4790-907D-EF1A00B66E71}"/>
              </a:ext>
            </a:extLst>
          </p:cNvPr>
          <p:cNvSpPr/>
          <p:nvPr/>
        </p:nvSpPr>
        <p:spPr>
          <a:xfrm>
            <a:off x="4650677" y="1419740"/>
            <a:ext cx="1808664" cy="341411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dirty="0"/>
              <a:t>config/baseAuth.js</a:t>
            </a:r>
          </a:p>
          <a:p>
            <a:pPr algn="ctr"/>
            <a:endParaRPr lang="en-US" sz="1400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xmlns="" id="{D57EAE6D-AB7E-425F-A930-020900583555}"/>
              </a:ext>
            </a:extLst>
          </p:cNvPr>
          <p:cNvCxnSpPr>
            <a:cxnSpLocks/>
            <a:stCxn id="2" idx="0"/>
            <a:endCxn id="19" idx="1"/>
          </p:cNvCxnSpPr>
          <p:nvPr/>
        </p:nvCxnSpPr>
        <p:spPr>
          <a:xfrm flipV="1">
            <a:off x="6519379" y="702592"/>
            <a:ext cx="1528598" cy="389264"/>
          </a:xfrm>
          <a:prstGeom prst="bentConnector3">
            <a:avLst>
              <a:gd name="adj1" fmla="val 460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Punched Tape 45">
            <a:extLst>
              <a:ext uri="{FF2B5EF4-FFF2-40B4-BE49-F238E27FC236}">
                <a16:creationId xmlns:a16="http://schemas.microsoft.com/office/drawing/2014/main" xmlns="" id="{8ED64DC3-F117-4D7A-B10E-DFB8B0E981A0}"/>
              </a:ext>
            </a:extLst>
          </p:cNvPr>
          <p:cNvSpPr/>
          <p:nvPr/>
        </p:nvSpPr>
        <p:spPr>
          <a:xfrm>
            <a:off x="6949113" y="592202"/>
            <a:ext cx="566668" cy="363616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false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xmlns="" id="{95E616B9-9607-44EE-A013-9733C893E665}"/>
              </a:ext>
            </a:extLst>
          </p:cNvPr>
          <p:cNvCxnSpPr>
            <a:cxnSpLocks/>
            <a:stCxn id="43" idx="0"/>
            <a:endCxn id="19" idx="3"/>
          </p:cNvCxnSpPr>
          <p:nvPr/>
        </p:nvCxnSpPr>
        <p:spPr>
          <a:xfrm flipH="1" flipV="1">
            <a:off x="10257694" y="702592"/>
            <a:ext cx="59961" cy="763079"/>
          </a:xfrm>
          <a:prstGeom prst="bentConnector3">
            <a:avLst>
              <a:gd name="adj1" fmla="val -9945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owchart: Punched Tape 78">
            <a:extLst>
              <a:ext uri="{FF2B5EF4-FFF2-40B4-BE49-F238E27FC236}">
                <a16:creationId xmlns:a16="http://schemas.microsoft.com/office/drawing/2014/main" xmlns="" id="{306AF966-FC31-4B77-B879-4DDEE0EF3D6C}"/>
              </a:ext>
            </a:extLst>
          </p:cNvPr>
          <p:cNvSpPr/>
          <p:nvPr/>
        </p:nvSpPr>
        <p:spPr>
          <a:xfrm>
            <a:off x="10660486" y="546224"/>
            <a:ext cx="566668" cy="363616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87" name="Rectangle: Diagonal Corners Rounded 86">
            <a:extLst>
              <a:ext uri="{FF2B5EF4-FFF2-40B4-BE49-F238E27FC236}">
                <a16:creationId xmlns:a16="http://schemas.microsoft.com/office/drawing/2014/main" xmlns="" id="{580C7EC4-006F-41CA-9474-33DADCA31286}"/>
              </a:ext>
            </a:extLst>
          </p:cNvPr>
          <p:cNvSpPr/>
          <p:nvPr/>
        </p:nvSpPr>
        <p:spPr>
          <a:xfrm>
            <a:off x="7945516" y="2487544"/>
            <a:ext cx="2347554" cy="258149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View Load Operations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xmlns="" id="{A4DB00AF-0EF2-43C3-959A-DA3CC313E9EC}"/>
              </a:ext>
            </a:extLst>
          </p:cNvPr>
          <p:cNvCxnSpPr>
            <a:cxnSpLocks/>
            <a:stCxn id="2" idx="0"/>
            <a:endCxn id="87" idx="2"/>
          </p:cNvCxnSpPr>
          <p:nvPr/>
        </p:nvCxnSpPr>
        <p:spPr>
          <a:xfrm>
            <a:off x="6519379" y="1091856"/>
            <a:ext cx="1426137" cy="15247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Punched Tape 46">
            <a:extLst>
              <a:ext uri="{FF2B5EF4-FFF2-40B4-BE49-F238E27FC236}">
                <a16:creationId xmlns:a16="http://schemas.microsoft.com/office/drawing/2014/main" xmlns="" id="{0D99299B-587B-487E-B3AD-70FAFA9F27DB}"/>
              </a:ext>
            </a:extLst>
          </p:cNvPr>
          <p:cNvSpPr/>
          <p:nvPr/>
        </p:nvSpPr>
        <p:spPr>
          <a:xfrm>
            <a:off x="7030425" y="1900763"/>
            <a:ext cx="506896" cy="347278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xmlns="" id="{CE7F2AC6-CDB9-4472-B800-8C1500835375}"/>
              </a:ext>
            </a:extLst>
          </p:cNvPr>
          <p:cNvCxnSpPr>
            <a:cxnSpLocks/>
            <a:stCxn id="43" idx="1"/>
            <a:endCxn id="87" idx="0"/>
          </p:cNvCxnSpPr>
          <p:nvPr/>
        </p:nvCxnSpPr>
        <p:spPr>
          <a:xfrm rot="16200000" flipH="1">
            <a:off x="9272893" y="1596441"/>
            <a:ext cx="878871" cy="1161484"/>
          </a:xfrm>
          <a:prstGeom prst="bentConnector4">
            <a:avLst>
              <a:gd name="adj1" fmla="val 42657"/>
              <a:gd name="adj2" fmla="val 1217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Punched Tape 82">
            <a:extLst>
              <a:ext uri="{FF2B5EF4-FFF2-40B4-BE49-F238E27FC236}">
                <a16:creationId xmlns:a16="http://schemas.microsoft.com/office/drawing/2014/main" xmlns="" id="{1D8A0083-928C-4755-843D-D001A32A9A1E}"/>
              </a:ext>
            </a:extLst>
          </p:cNvPr>
          <p:cNvSpPr/>
          <p:nvPr/>
        </p:nvSpPr>
        <p:spPr>
          <a:xfrm>
            <a:off x="10257694" y="2074402"/>
            <a:ext cx="506896" cy="347278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xmlns="" id="{0C1A0199-6186-459E-BA0A-A5C6DF6D99D4}"/>
              </a:ext>
            </a:extLst>
          </p:cNvPr>
          <p:cNvSpPr/>
          <p:nvPr/>
        </p:nvSpPr>
        <p:spPr>
          <a:xfrm>
            <a:off x="2802684" y="3504706"/>
            <a:ext cx="5950028" cy="46843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SFMono-Medium"/>
              </a:rPr>
              <a:t>let</a:t>
            </a:r>
            <a:r>
              <a:rPr lang="en-US" sz="1600" dirty="0">
                <a:solidFill>
                  <a:schemeClr val="bg1"/>
                </a:solidFill>
                <a:latin typeface="SFMono-Medium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SFMono-Medium"/>
              </a:rPr>
              <a:t>validationConfig</a:t>
            </a:r>
            <a:r>
              <a:rPr lang="en-US" sz="1600" dirty="0">
                <a:solidFill>
                  <a:schemeClr val="bg1"/>
                </a:solidFill>
                <a:latin typeface="SFMono-Medium"/>
              </a:rPr>
              <a:t> = </a:t>
            </a:r>
            <a:r>
              <a:rPr lang="en-US" sz="1600" b="1" dirty="0">
                <a:solidFill>
                  <a:schemeClr val="bg1"/>
                </a:solidFill>
                <a:latin typeface="SFMono-Medium"/>
              </a:rPr>
              <a:t>require</a:t>
            </a:r>
            <a:r>
              <a:rPr lang="en-US" sz="1600" dirty="0">
                <a:solidFill>
                  <a:schemeClr val="bg1"/>
                </a:solidFill>
                <a:latin typeface="SFMono-Medium"/>
              </a:rPr>
              <a:t>('./</a:t>
            </a:r>
            <a:r>
              <a:rPr lang="en-US" sz="1600" dirty="0" err="1">
                <a:solidFill>
                  <a:schemeClr val="bg1"/>
                </a:solidFill>
                <a:latin typeface="SFMono-Medium"/>
              </a:rPr>
              <a:t>utils</a:t>
            </a:r>
            <a:r>
              <a:rPr lang="en-US" sz="1600" dirty="0">
                <a:solidFill>
                  <a:schemeClr val="bg1"/>
                </a:solidFill>
                <a:latin typeface="SFMono-Medium"/>
              </a:rPr>
              <a:t>/’&lt;module&gt;'/validationConfig.js')</a:t>
            </a:r>
          </a:p>
        </p:txBody>
      </p:sp>
      <p:sp>
        <p:nvSpPr>
          <p:cNvPr id="116" name="Rectangle: Diagonal Corners Rounded 115">
            <a:extLst>
              <a:ext uri="{FF2B5EF4-FFF2-40B4-BE49-F238E27FC236}">
                <a16:creationId xmlns:a16="http://schemas.microsoft.com/office/drawing/2014/main" xmlns="" id="{70A4E058-D9E2-428D-8E77-F3287EB5A43F}"/>
              </a:ext>
            </a:extLst>
          </p:cNvPr>
          <p:cNvSpPr/>
          <p:nvPr/>
        </p:nvSpPr>
        <p:spPr>
          <a:xfrm>
            <a:off x="1106494" y="3583831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SFMono-Medium"/>
              </a:rPr>
              <a:t>validationConfig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1168714" y="3135744"/>
            <a:ext cx="2325664" cy="323749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  View Load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2802685" y="4154697"/>
            <a:ext cx="2962012" cy="2783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dep.assignVariables</a:t>
            </a:r>
            <a:r>
              <a:rPr lang="en-US" dirty="0"/>
              <a:t>(mod)</a:t>
            </a:r>
          </a:p>
        </p:txBody>
      </p:sp>
      <p:sp>
        <p:nvSpPr>
          <p:cNvPr id="127" name="Scroll: Vertical 126">
            <a:extLst>
              <a:ext uri="{FF2B5EF4-FFF2-40B4-BE49-F238E27FC236}">
                <a16:creationId xmlns:a16="http://schemas.microsoft.com/office/drawing/2014/main" xmlns="" id="{620BD2AC-BAEE-4489-BC24-023848562C6E}"/>
              </a:ext>
            </a:extLst>
          </p:cNvPr>
          <p:cNvSpPr/>
          <p:nvPr/>
        </p:nvSpPr>
        <p:spPr>
          <a:xfrm>
            <a:off x="3112540" y="4488808"/>
            <a:ext cx="2128773" cy="27653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dependentVariable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6285681" y="4132916"/>
            <a:ext cx="2209717" cy="436447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xmlns="" id="{101B1B49-7B4F-4903-ADF9-AA151184500E}"/>
              </a:ext>
            </a:extLst>
          </p:cNvPr>
          <p:cNvSpPr/>
          <p:nvPr/>
        </p:nvSpPr>
        <p:spPr>
          <a:xfrm>
            <a:off x="9017437" y="3573058"/>
            <a:ext cx="2209717" cy="436447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Retrieve module </a:t>
            </a:r>
            <a:r>
              <a:rPr lang="en-US" sz="1400" dirty="0" err="1"/>
              <a:t>validationConfigurations</a:t>
            </a:r>
            <a:endParaRPr lang="en-US" sz="1400" dirty="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xmlns="" id="{85A1099C-C7D7-48B8-9EF1-57916623F4DF}"/>
              </a:ext>
            </a:extLst>
          </p:cNvPr>
          <p:cNvSpPr/>
          <p:nvPr/>
        </p:nvSpPr>
        <p:spPr>
          <a:xfrm>
            <a:off x="2802684" y="4892696"/>
            <a:ext cx="5950028" cy="46843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reply.header</a:t>
            </a:r>
            <a:r>
              <a:rPr lang="en-US" sz="1600" dirty="0"/>
              <a:t>('x-token', </a:t>
            </a:r>
            <a:r>
              <a:rPr lang="en-US" sz="1600" dirty="0" err="1"/>
              <a:t>request.session.get</a:t>
            </a:r>
            <a:r>
              <a:rPr lang="en-US" sz="1600" dirty="0"/>
              <a:t>('</a:t>
            </a:r>
            <a:r>
              <a:rPr lang="en-US" sz="1600" dirty="0" err="1"/>
              <a:t>userLoggedInfor</a:t>
            </a:r>
            <a:r>
              <a:rPr lang="en-US" sz="1600" dirty="0"/>
              <a:t>'))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xmlns="" id="{4046BE40-8DB1-4836-89FB-900BD51A3CF9}"/>
              </a:ext>
            </a:extLst>
          </p:cNvPr>
          <p:cNvSpPr/>
          <p:nvPr/>
        </p:nvSpPr>
        <p:spPr>
          <a:xfrm>
            <a:off x="9017437" y="4527485"/>
            <a:ext cx="2209717" cy="753893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Assign  response header with token and  user session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xmlns="" id="{4F245142-3012-4286-B447-AF31683D2B48}"/>
              </a:ext>
            </a:extLst>
          </p:cNvPr>
          <p:cNvSpPr/>
          <p:nvPr/>
        </p:nvSpPr>
        <p:spPr>
          <a:xfrm>
            <a:off x="2740232" y="5434020"/>
            <a:ext cx="4290193" cy="87365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reply.view</a:t>
            </a:r>
            <a:r>
              <a:rPr lang="en-US" sz="1400" dirty="0"/>
              <a:t>(</a:t>
            </a:r>
          </a:p>
          <a:p>
            <a:r>
              <a:rPr lang="en-US" sz="1400" dirty="0"/>
              <a:t>`${</a:t>
            </a:r>
            <a:r>
              <a:rPr lang="en-US" sz="1400" dirty="0" err="1"/>
              <a:t>mod.Name</a:t>
            </a:r>
            <a:r>
              <a:rPr lang="en-US" sz="1400" dirty="0"/>
              <a:t>}/${</a:t>
            </a:r>
            <a:r>
              <a:rPr lang="en-US" sz="1400" dirty="0" err="1"/>
              <a:t>mod.Name</a:t>
            </a:r>
            <a:r>
              <a:rPr lang="en-US" sz="1400" dirty="0"/>
              <a:t>}.</a:t>
            </a:r>
            <a:r>
              <a:rPr lang="en-US" sz="1400" dirty="0" err="1"/>
              <a:t>ejs</a:t>
            </a:r>
            <a:r>
              <a:rPr lang="en-US" sz="1400" dirty="0"/>
              <a:t>`,</a:t>
            </a:r>
          </a:p>
          <a:p>
            <a:r>
              <a:rPr lang="en-US" sz="1400" dirty="0" err="1"/>
              <a:t>dep.pageRenderObj</a:t>
            </a:r>
            <a:r>
              <a:rPr lang="en-US" sz="1400" dirty="0"/>
              <a:t>(request, reply, </a:t>
            </a:r>
            <a:r>
              <a:rPr lang="en-US" sz="1400" dirty="0" err="1"/>
              <a:t>validationConfig</a:t>
            </a:r>
            <a:r>
              <a:rPr lang="en-US" sz="1400" dirty="0"/>
              <a:t>)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xmlns="" id="{4B686F2D-F3C5-4661-8E71-8EE33E965C34}"/>
              </a:ext>
            </a:extLst>
          </p:cNvPr>
          <p:cNvSpPr/>
          <p:nvPr/>
        </p:nvSpPr>
        <p:spPr>
          <a:xfrm>
            <a:off x="7503123" y="5576129"/>
            <a:ext cx="3603694" cy="753893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Render the view with response from </a:t>
            </a:r>
            <a:r>
              <a:rPr lang="en-US" sz="1400" dirty="0" err="1"/>
              <a:t>pagerenderObj</a:t>
            </a:r>
            <a:r>
              <a:rPr lang="en-US" sz="1400" dirty="0"/>
              <a:t>()</a:t>
            </a: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xmlns="" id="{D2E93A73-D651-4E4D-BA9C-846EF8564959}"/>
              </a:ext>
            </a:extLst>
          </p:cNvPr>
          <p:cNvCxnSpPr>
            <a:cxnSpLocks/>
            <a:endCxn id="119" idx="3"/>
          </p:cNvCxnSpPr>
          <p:nvPr/>
        </p:nvCxnSpPr>
        <p:spPr>
          <a:xfrm rot="10800000" flipV="1">
            <a:off x="2331547" y="2325756"/>
            <a:ext cx="2230515" cy="8099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3897459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Module View (EJS) Render</a:t>
            </a:r>
          </a:p>
        </p:txBody>
      </p:sp>
      <p:sp>
        <p:nvSpPr>
          <p:cNvPr id="161" name="Scroll: Vertical 160">
            <a:extLst>
              <a:ext uri="{FF2B5EF4-FFF2-40B4-BE49-F238E27FC236}">
                <a16:creationId xmlns:a16="http://schemas.microsoft.com/office/drawing/2014/main" xmlns="" id="{5B082CC0-EA9D-45CB-ADFC-52488EC2BD93}"/>
              </a:ext>
            </a:extLst>
          </p:cNvPr>
          <p:cNvSpPr/>
          <p:nvPr/>
        </p:nvSpPr>
        <p:spPr>
          <a:xfrm>
            <a:off x="3494378" y="6393225"/>
            <a:ext cx="2128773" cy="27653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dependentVariable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xmlns="" id="{49E0F4B6-9058-4040-838B-EFC0644F8373}"/>
              </a:ext>
            </a:extLst>
          </p:cNvPr>
          <p:cNvSpPr/>
          <p:nvPr/>
        </p:nvSpPr>
        <p:spPr>
          <a:xfrm>
            <a:off x="916026" y="4765344"/>
            <a:ext cx="1587857" cy="18702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return below </a:t>
            </a:r>
            <a:r>
              <a:rPr lang="en-US" sz="1200" dirty="0" err="1"/>
              <a:t>objs</a:t>
            </a:r>
            <a:r>
              <a:rPr lang="en-US" sz="1200" dirty="0"/>
              <a:t> for client side renders</a:t>
            </a:r>
          </a:p>
          <a:p>
            <a:r>
              <a:rPr lang="en-US" sz="1200" dirty="0"/>
              <a:t>1.sessiontoken:</a:t>
            </a:r>
          </a:p>
          <a:p>
            <a:r>
              <a:rPr lang="en-US" sz="1200" dirty="0"/>
              <a:t>2.title: </a:t>
            </a:r>
          </a:p>
          <a:p>
            <a:r>
              <a:rPr lang="en-US" sz="1200" dirty="0"/>
              <a:t>3.serverdate:</a:t>
            </a:r>
          </a:p>
          <a:p>
            <a:r>
              <a:rPr lang="en-US" sz="1200" dirty="0"/>
              <a:t>4.modelattribute: </a:t>
            </a:r>
          </a:p>
          <a:p>
            <a:r>
              <a:rPr lang="en-US" sz="1200" dirty="0"/>
              <a:t>5.validationmap:</a:t>
            </a:r>
          </a:p>
          <a:p>
            <a:r>
              <a:rPr lang="en-US" sz="1200" dirty="0"/>
              <a:t>6.applyfields: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959346" y="4606260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pageRenderObj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5" name="Rectangle: Diagonal Corners Rounded 174">
            <a:extLst>
              <a:ext uri="{FF2B5EF4-FFF2-40B4-BE49-F238E27FC236}">
                <a16:creationId xmlns:a16="http://schemas.microsoft.com/office/drawing/2014/main" xmlns="" id="{D7683C82-ADB4-4D02-8915-FEBC162917FA}"/>
              </a:ext>
            </a:extLst>
          </p:cNvPr>
          <p:cNvSpPr/>
          <p:nvPr/>
        </p:nvSpPr>
        <p:spPr>
          <a:xfrm>
            <a:off x="8616930" y="5989444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pageRenderObj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6" name="Scroll: Vertical 175">
            <a:extLst>
              <a:ext uri="{FF2B5EF4-FFF2-40B4-BE49-F238E27FC236}">
                <a16:creationId xmlns:a16="http://schemas.microsoft.com/office/drawing/2014/main" xmlns="" id="{CBE1911A-D997-4202-A208-95F06633694F}"/>
              </a:ext>
            </a:extLst>
          </p:cNvPr>
          <p:cNvSpPr/>
          <p:nvPr/>
        </p:nvSpPr>
        <p:spPr>
          <a:xfrm>
            <a:off x="8047681" y="2776398"/>
            <a:ext cx="2128773" cy="27653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dependentVariable</a:t>
            </a:r>
            <a:endParaRPr lang="en-US" sz="1400" dirty="0"/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3446356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379019" y="4837452"/>
            <a:ext cx="5634553" cy="124529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379019" y="4920676"/>
            <a:ext cx="5802503" cy="10726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511823" y="3391009"/>
            <a:ext cx="10985214" cy="33759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3AFC72EC-BE9C-4807-89E1-6EE0FDDAA508}"/>
              </a:ext>
            </a:extLst>
          </p:cNvPr>
          <p:cNvSpPr/>
          <p:nvPr/>
        </p:nvSpPr>
        <p:spPr>
          <a:xfrm>
            <a:off x="5301811" y="198123"/>
            <a:ext cx="6249361" cy="27567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3138318" y="841424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xmlns="" id="{BF58AE9D-F566-4020-B02F-933984F0834F}"/>
              </a:ext>
            </a:extLst>
          </p:cNvPr>
          <p:cNvSpPr/>
          <p:nvPr/>
        </p:nvSpPr>
        <p:spPr>
          <a:xfrm>
            <a:off x="5408363" y="729701"/>
            <a:ext cx="2073018" cy="544154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fastify.authenticate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E7F02F3E-4915-42CF-B46A-5B5548F4625A}"/>
              </a:ext>
            </a:extLst>
          </p:cNvPr>
          <p:cNvSpPr/>
          <p:nvPr/>
        </p:nvSpPr>
        <p:spPr>
          <a:xfrm>
            <a:off x="8745882" y="394290"/>
            <a:ext cx="2209717" cy="436447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Request to Redirect to Login screen</a:t>
            </a:r>
          </a:p>
        </p:txBody>
      </p:sp>
      <p:sp>
        <p:nvSpPr>
          <p:cNvPr id="73" name="Scroll: Vertical 72">
            <a:extLst>
              <a:ext uri="{FF2B5EF4-FFF2-40B4-BE49-F238E27FC236}">
                <a16:creationId xmlns:a16="http://schemas.microsoft.com/office/drawing/2014/main" xmlns="" id="{67D4E3A9-3DEC-4790-907D-EF1A00B66E71}"/>
              </a:ext>
            </a:extLst>
          </p:cNvPr>
          <p:cNvSpPr/>
          <p:nvPr/>
        </p:nvSpPr>
        <p:spPr>
          <a:xfrm>
            <a:off x="5418543" y="1368589"/>
            <a:ext cx="1777975" cy="177343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dirty="0"/>
              <a:t>config/baseAuth.js</a:t>
            </a:r>
          </a:p>
          <a:p>
            <a:pPr algn="ctr"/>
            <a:endParaRPr lang="en-US" sz="1400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xmlns="" id="{D57EAE6D-AB7E-425F-A930-020900583555}"/>
              </a:ext>
            </a:extLst>
          </p:cNvPr>
          <p:cNvCxnSpPr>
            <a:cxnSpLocks/>
            <a:stCxn id="2" idx="0"/>
            <a:endCxn id="19" idx="1"/>
          </p:cNvCxnSpPr>
          <p:nvPr/>
        </p:nvCxnSpPr>
        <p:spPr>
          <a:xfrm flipV="1">
            <a:off x="7481381" y="612514"/>
            <a:ext cx="1264501" cy="38926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Punched Tape 45">
            <a:extLst>
              <a:ext uri="{FF2B5EF4-FFF2-40B4-BE49-F238E27FC236}">
                <a16:creationId xmlns:a16="http://schemas.microsoft.com/office/drawing/2014/main" xmlns="" id="{8ED64DC3-F117-4D7A-B10E-DFB8B0E981A0}"/>
              </a:ext>
            </a:extLst>
          </p:cNvPr>
          <p:cNvSpPr/>
          <p:nvPr/>
        </p:nvSpPr>
        <p:spPr>
          <a:xfrm>
            <a:off x="7859824" y="501780"/>
            <a:ext cx="566668" cy="363616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false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xmlns="" id="{A4DB00AF-0EF2-43C3-959A-DA3CC313E9EC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7509623" y="992756"/>
            <a:ext cx="1304608" cy="464504"/>
          </a:xfrm>
          <a:prstGeom prst="bentConnector3">
            <a:avLst>
              <a:gd name="adj1" fmla="val 4619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Punched Tape 46">
            <a:extLst>
              <a:ext uri="{FF2B5EF4-FFF2-40B4-BE49-F238E27FC236}">
                <a16:creationId xmlns:a16="http://schemas.microsoft.com/office/drawing/2014/main" xmlns="" id="{0D99299B-587B-487E-B3AD-70FAFA9F27DB}"/>
              </a:ext>
            </a:extLst>
          </p:cNvPr>
          <p:cNvSpPr/>
          <p:nvPr/>
        </p:nvSpPr>
        <p:spPr>
          <a:xfrm>
            <a:off x="7875717" y="1262248"/>
            <a:ext cx="506896" cy="347278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950053" y="3245231"/>
            <a:ext cx="2325664" cy="323749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Module Load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3138318" y="3646071"/>
            <a:ext cx="2515336" cy="25104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27" name="Scroll: Vertical 126">
            <a:extLst>
              <a:ext uri="{FF2B5EF4-FFF2-40B4-BE49-F238E27FC236}">
                <a16:creationId xmlns:a16="http://schemas.microsoft.com/office/drawing/2014/main" xmlns="" id="{620BD2AC-BAEE-4489-BC24-023848562C6E}"/>
              </a:ext>
            </a:extLst>
          </p:cNvPr>
          <p:cNvSpPr/>
          <p:nvPr/>
        </p:nvSpPr>
        <p:spPr>
          <a:xfrm>
            <a:off x="8772464" y="2586722"/>
            <a:ext cx="2128773" cy="276536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dependentVariable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870402" y="3605918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3897459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sz="2800" dirty="0"/>
              <a:t>Module Load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768664" y="4298221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searchtypePerf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BBBEB96E-D2D4-4341-A4C0-7BAD00C1A260}"/>
              </a:ext>
            </a:extLst>
          </p:cNvPr>
          <p:cNvSpPr/>
          <p:nvPr/>
        </p:nvSpPr>
        <p:spPr>
          <a:xfrm>
            <a:off x="632010" y="864514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Load 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C8CE9BBF-AE2C-4EE5-8CB9-6A8C78087D29}"/>
              </a:ext>
            </a:extLst>
          </p:cNvPr>
          <p:cNvSpPr/>
          <p:nvPr/>
        </p:nvSpPr>
        <p:spPr>
          <a:xfrm>
            <a:off x="706414" y="1514121"/>
            <a:ext cx="1099234" cy="338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/load/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xmlns="" id="{20C0592A-80D5-4E12-B56B-C30245E3725D}"/>
              </a:ext>
            </a:extLst>
          </p:cNvPr>
          <p:cNvSpPr/>
          <p:nvPr/>
        </p:nvSpPr>
        <p:spPr>
          <a:xfrm>
            <a:off x="8814231" y="1185183"/>
            <a:ext cx="2073018" cy="544154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validatorSchema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searchLoadSchema</a:t>
            </a:r>
            <a:endParaRPr lang="en-US" sz="1400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xmlns="" id="{5EC9F9B1-0B33-4787-AA81-699D8C0310C7}"/>
              </a:ext>
            </a:extLst>
          </p:cNvPr>
          <p:cNvSpPr/>
          <p:nvPr/>
        </p:nvSpPr>
        <p:spPr>
          <a:xfrm>
            <a:off x="5428685" y="2128787"/>
            <a:ext cx="2209717" cy="436447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JSON response specific schema  error message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xmlns="" id="{4259F123-4455-4EB1-BBF9-570A6A8FF13A}"/>
              </a:ext>
            </a:extLst>
          </p:cNvPr>
          <p:cNvCxnSpPr/>
          <p:nvPr/>
        </p:nvCxnSpPr>
        <p:spPr>
          <a:xfrm rot="5400000">
            <a:off x="9676706" y="1775097"/>
            <a:ext cx="27892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xmlns="" id="{386985DC-5192-4195-A023-473E1091F4E4}"/>
              </a:ext>
            </a:extLst>
          </p:cNvPr>
          <p:cNvCxnSpPr>
            <a:cxnSpLocks/>
            <a:stCxn id="61" idx="1"/>
            <a:endCxn id="69" idx="0"/>
          </p:cNvCxnSpPr>
          <p:nvPr/>
        </p:nvCxnSpPr>
        <p:spPr>
          <a:xfrm rot="5400000">
            <a:off x="7992417" y="270464"/>
            <a:ext cx="399450" cy="331719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lowchart: Punched Tape 69">
            <a:extLst>
              <a:ext uri="{FF2B5EF4-FFF2-40B4-BE49-F238E27FC236}">
                <a16:creationId xmlns:a16="http://schemas.microsoft.com/office/drawing/2014/main" xmlns="" id="{EFDC2EB6-5D36-49C1-A2BD-1884BCEC01AC}"/>
              </a:ext>
            </a:extLst>
          </p:cNvPr>
          <p:cNvSpPr/>
          <p:nvPr/>
        </p:nvSpPr>
        <p:spPr>
          <a:xfrm>
            <a:off x="6250209" y="1686494"/>
            <a:ext cx="566668" cy="363616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false</a:t>
            </a:r>
          </a:p>
        </p:txBody>
      </p:sp>
      <p:sp>
        <p:nvSpPr>
          <p:cNvPr id="95" name="Rectangle: Diagonal Corners Rounded 94">
            <a:extLst>
              <a:ext uri="{FF2B5EF4-FFF2-40B4-BE49-F238E27FC236}">
                <a16:creationId xmlns:a16="http://schemas.microsoft.com/office/drawing/2014/main" xmlns="" id="{4BA9BE6A-E913-47EC-8A0D-AED2A3711879}"/>
              </a:ext>
            </a:extLst>
          </p:cNvPr>
          <p:cNvSpPr/>
          <p:nvPr/>
        </p:nvSpPr>
        <p:spPr>
          <a:xfrm>
            <a:off x="8687908" y="2207277"/>
            <a:ext cx="2325664" cy="323749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Module Load Operations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xmlns="" id="{55007D8F-67B4-4A1B-8F36-DE11E68867BE}"/>
              </a:ext>
            </a:extLst>
          </p:cNvPr>
          <p:cNvCxnSpPr>
            <a:endCxn id="95" idx="0"/>
          </p:cNvCxnSpPr>
          <p:nvPr/>
        </p:nvCxnSpPr>
        <p:spPr>
          <a:xfrm rot="16200000" flipH="1">
            <a:off x="10494464" y="1850044"/>
            <a:ext cx="911892" cy="126323"/>
          </a:xfrm>
          <a:prstGeom prst="bentConnector4">
            <a:avLst>
              <a:gd name="adj1" fmla="val -1384"/>
              <a:gd name="adj2" fmla="val 28096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lowchart: Punched Tape 98">
            <a:extLst>
              <a:ext uri="{FF2B5EF4-FFF2-40B4-BE49-F238E27FC236}">
                <a16:creationId xmlns:a16="http://schemas.microsoft.com/office/drawing/2014/main" xmlns="" id="{F99827CA-26EA-4BDD-B083-005E00EDEEB4}"/>
              </a:ext>
            </a:extLst>
          </p:cNvPr>
          <p:cNvSpPr/>
          <p:nvPr/>
        </p:nvSpPr>
        <p:spPr>
          <a:xfrm>
            <a:off x="10990141" y="1733451"/>
            <a:ext cx="506896" cy="347278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true</a:t>
            </a:r>
          </a:p>
        </p:txBody>
      </p:sp>
      <p:sp>
        <p:nvSpPr>
          <p:cNvPr id="100" name="Rectangle: Diagonal Corners Rounded 99">
            <a:extLst>
              <a:ext uri="{FF2B5EF4-FFF2-40B4-BE49-F238E27FC236}">
                <a16:creationId xmlns:a16="http://schemas.microsoft.com/office/drawing/2014/main" xmlns="" id="{71A24FEE-A947-4958-AFC1-E2F3C19EED19}"/>
              </a:ext>
            </a:extLst>
          </p:cNvPr>
          <p:cNvSpPr/>
          <p:nvPr/>
        </p:nvSpPr>
        <p:spPr>
          <a:xfrm>
            <a:off x="5400915" y="436738"/>
            <a:ext cx="1288427" cy="393950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</a:t>
            </a:r>
            <a:r>
              <a:rPr lang="en-US" sz="1400" dirty="0" err="1"/>
              <a:t>preValidation</a:t>
            </a:r>
            <a:endParaRPr lang="en-US" sz="1400" dirty="0"/>
          </a:p>
        </p:txBody>
      </p:sp>
      <p:sp>
        <p:nvSpPr>
          <p:cNvPr id="101" name="Rectangle: Diagonal Corners Rounded 100">
            <a:extLst>
              <a:ext uri="{FF2B5EF4-FFF2-40B4-BE49-F238E27FC236}">
                <a16:creationId xmlns:a16="http://schemas.microsoft.com/office/drawing/2014/main" xmlns="" id="{C04C3BBB-7024-42F6-A068-35624399F175}"/>
              </a:ext>
            </a:extLst>
          </p:cNvPr>
          <p:cNvSpPr/>
          <p:nvPr/>
        </p:nvSpPr>
        <p:spPr>
          <a:xfrm>
            <a:off x="8772464" y="976132"/>
            <a:ext cx="1699714" cy="270456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/>
              <a:t>schemaValidation</a:t>
            </a:r>
            <a:endParaRPr lang="en-US" sz="1400" dirty="0"/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75" idx="2"/>
            <a:endCxn id="119" idx="3"/>
          </p:cNvCxnSpPr>
          <p:nvPr/>
        </p:nvCxnSpPr>
        <p:spPr>
          <a:xfrm rot="5400000">
            <a:off x="5124497" y="-56765"/>
            <a:ext cx="290385" cy="63136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ouble Brace 107">
            <a:extLst>
              <a:ext uri="{FF2B5EF4-FFF2-40B4-BE49-F238E27FC236}">
                <a16:creationId xmlns:a16="http://schemas.microsoft.com/office/drawing/2014/main" xmlns="" id="{2B3E3F5E-C908-48A3-A4CD-0FE023C9D89A}"/>
              </a:ext>
            </a:extLst>
          </p:cNvPr>
          <p:cNvSpPr/>
          <p:nvPr/>
        </p:nvSpPr>
        <p:spPr>
          <a:xfrm>
            <a:off x="2450451" y="4281229"/>
            <a:ext cx="2464949" cy="2783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searchparampayload</a:t>
            </a:r>
            <a:r>
              <a:rPr lang="en-US" sz="1400" dirty="0"/>
              <a:t>(</a:t>
            </a:r>
            <a:r>
              <a:rPr lang="en-US" sz="1400" dirty="0" err="1"/>
              <a:t>req</a:t>
            </a:r>
            <a:r>
              <a:rPr lang="en-US" sz="1400" dirty="0"/>
              <a:t>)</a:t>
            </a:r>
          </a:p>
        </p:txBody>
      </p:sp>
      <p:sp>
        <p:nvSpPr>
          <p:cNvPr id="109" name="Double Brace 108">
            <a:extLst>
              <a:ext uri="{FF2B5EF4-FFF2-40B4-BE49-F238E27FC236}">
                <a16:creationId xmlns:a16="http://schemas.microsoft.com/office/drawing/2014/main" xmlns="" id="{4AE91F5C-E7F6-4398-ABDE-D9F90C578952}"/>
              </a:ext>
            </a:extLst>
          </p:cNvPr>
          <p:cNvSpPr/>
          <p:nvPr/>
        </p:nvSpPr>
        <p:spPr>
          <a:xfrm>
            <a:off x="5142346" y="4291188"/>
            <a:ext cx="2169379" cy="241393"/>
          </a:xfrm>
          <a:prstGeom prst="bracePair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sqlConstructParams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0" name="Double Brace 109">
            <a:extLst>
              <a:ext uri="{FF2B5EF4-FFF2-40B4-BE49-F238E27FC236}">
                <a16:creationId xmlns:a16="http://schemas.microsoft.com/office/drawing/2014/main" xmlns="" id="{71B54B04-10F4-4831-8CF9-EF7E9C9430C0}"/>
              </a:ext>
            </a:extLst>
          </p:cNvPr>
          <p:cNvSpPr/>
          <p:nvPr/>
        </p:nvSpPr>
        <p:spPr>
          <a:xfrm>
            <a:off x="7491320" y="4301069"/>
            <a:ext cx="2806214" cy="24139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searchtypeConventionalCache</a:t>
            </a:r>
            <a:endParaRPr lang="en-US" sz="1400" dirty="0"/>
          </a:p>
        </p:txBody>
      </p:sp>
      <p:sp>
        <p:nvSpPr>
          <p:cNvPr id="111" name="Double Brace 110">
            <a:extLst>
              <a:ext uri="{FF2B5EF4-FFF2-40B4-BE49-F238E27FC236}">
                <a16:creationId xmlns:a16="http://schemas.microsoft.com/office/drawing/2014/main" xmlns="" id="{C119E2E1-0DEC-41BB-BABC-DDE2A9B12D26}"/>
              </a:ext>
            </a:extLst>
          </p:cNvPr>
          <p:cNvSpPr/>
          <p:nvPr/>
        </p:nvSpPr>
        <p:spPr>
          <a:xfrm>
            <a:off x="2269879" y="4920676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Sqlstatementsprimary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sqlstatementsecondary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13" name="Scroll: Vertical 112">
            <a:extLst>
              <a:ext uri="{FF2B5EF4-FFF2-40B4-BE49-F238E27FC236}">
                <a16:creationId xmlns:a16="http://schemas.microsoft.com/office/drawing/2014/main" xmlns="" id="{22B5F0CF-07BB-4129-84A9-2FC289F82983}"/>
              </a:ext>
            </a:extLst>
          </p:cNvPr>
          <p:cNvSpPr/>
          <p:nvPr/>
        </p:nvSpPr>
        <p:spPr>
          <a:xfrm>
            <a:off x="2725949" y="5622389"/>
            <a:ext cx="1624026" cy="291823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sqlConstruct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xmlns="" id="{EA2AD8B6-802B-49CD-B670-F064CFA4EB61}"/>
              </a:ext>
            </a:extLst>
          </p:cNvPr>
          <p:cNvSpPr/>
          <p:nvPr/>
        </p:nvSpPr>
        <p:spPr>
          <a:xfrm>
            <a:off x="5428685" y="4729247"/>
            <a:ext cx="5447659" cy="1117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F217D9E4-A64C-4B96-9949-2E8654E06FC7}"/>
              </a:ext>
            </a:extLst>
          </p:cNvPr>
          <p:cNvSpPr/>
          <p:nvPr/>
        </p:nvSpPr>
        <p:spPr>
          <a:xfrm>
            <a:off x="5575377" y="4997603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pgQueryStream</a:t>
            </a:r>
            <a:endParaRPr lang="en-US" sz="1400" dirty="0"/>
          </a:p>
          <a:p>
            <a:r>
              <a:rPr lang="en-US" sz="1400" dirty="0"/>
              <a:t>       (</a:t>
            </a:r>
            <a:r>
              <a:rPr lang="en-US" sz="1400" dirty="0" err="1"/>
              <a:t>sqlstatementsprimary</a:t>
            </a:r>
            <a:r>
              <a:rPr lang="en-US" sz="1400" dirty="0"/>
              <a:t>)</a:t>
            </a:r>
          </a:p>
        </p:txBody>
      </p:sp>
      <p:sp>
        <p:nvSpPr>
          <p:cNvPr id="121" name="Double Brace 120">
            <a:extLst>
              <a:ext uri="{FF2B5EF4-FFF2-40B4-BE49-F238E27FC236}">
                <a16:creationId xmlns:a16="http://schemas.microsoft.com/office/drawing/2014/main" xmlns="" id="{FD7334E5-C19F-452A-AE1C-5AAE7E0A45D0}"/>
              </a:ext>
            </a:extLst>
          </p:cNvPr>
          <p:cNvSpPr/>
          <p:nvPr/>
        </p:nvSpPr>
        <p:spPr>
          <a:xfrm>
            <a:off x="8608654" y="4988020"/>
            <a:ext cx="2161599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/>
              <a:t>isCacheCount</a:t>
            </a:r>
            <a:r>
              <a:rPr lang="en-US" sz="1400" dirty="0"/>
              <a:t>(key, </a:t>
            </a:r>
            <a:r>
              <a:rPr lang="en-US" sz="1400" dirty="0" err="1"/>
              <a:t>sqlstatementsecondary</a:t>
            </a:r>
            <a:r>
              <a:rPr lang="en-US" sz="1400" dirty="0"/>
              <a:t>)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xmlns="" id="{933D718A-7A02-486D-B9C4-A881D02D0117}"/>
              </a:ext>
            </a:extLst>
          </p:cNvPr>
          <p:cNvSpPr/>
          <p:nvPr/>
        </p:nvSpPr>
        <p:spPr>
          <a:xfrm>
            <a:off x="7050144" y="5963853"/>
            <a:ext cx="2126974" cy="7158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return below JSON Object </a:t>
            </a:r>
          </a:p>
          <a:p>
            <a:r>
              <a:rPr lang="en-US" sz="1200" dirty="0"/>
              <a:t>1.Resultset</a:t>
            </a:r>
          </a:p>
          <a:p>
            <a:r>
              <a:rPr lang="en-US" sz="1200" dirty="0"/>
              <a:t>2.Count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xmlns="" id="{A0A50DB3-CA4D-4354-8C93-6DBA3D253B11}"/>
              </a:ext>
            </a:extLst>
          </p:cNvPr>
          <p:cNvCxnSpPr>
            <a:stCxn id="110" idx="3"/>
            <a:endCxn id="111" idx="1"/>
          </p:cNvCxnSpPr>
          <p:nvPr/>
        </p:nvCxnSpPr>
        <p:spPr>
          <a:xfrm flipH="1">
            <a:off x="2269879" y="4421766"/>
            <a:ext cx="8027655" cy="790075"/>
          </a:xfrm>
          <a:prstGeom prst="bentConnector5">
            <a:avLst>
              <a:gd name="adj1" fmla="val -2848"/>
              <a:gd name="adj2" fmla="val 30406"/>
              <a:gd name="adj3" fmla="val 1028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xmlns="" id="{1937995A-3170-4162-AC8C-0A14B5BB59A4}"/>
              </a:ext>
            </a:extLst>
          </p:cNvPr>
          <p:cNvCxnSpPr>
            <a:cxnSpLocks/>
            <a:endCxn id="85" idx="3"/>
          </p:cNvCxnSpPr>
          <p:nvPr/>
        </p:nvCxnSpPr>
        <p:spPr>
          <a:xfrm flipV="1">
            <a:off x="9177118" y="5287749"/>
            <a:ext cx="1699226" cy="1050264"/>
          </a:xfrm>
          <a:prstGeom prst="bentConnector3">
            <a:avLst>
              <a:gd name="adj1" fmla="val 1134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41525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253870" y="4231850"/>
            <a:ext cx="5634553" cy="124529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253870" y="4315074"/>
            <a:ext cx="5802503" cy="10726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386674" y="2785407"/>
            <a:ext cx="10985214" cy="33759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3138318" y="841424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824904" y="2639629"/>
            <a:ext cx="2896390" cy="254543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Multipurpose Features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3013169" y="3040469"/>
            <a:ext cx="2515336" cy="25104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745253" y="3000316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4595747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 fontScale="90000"/>
          </a:bodyPr>
          <a:lstStyle/>
          <a:p>
            <a:r>
              <a:rPr lang="en-US" sz="2800" dirty="0"/>
              <a:t>Multipurpose Features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643515" y="3692619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searchtype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41" idx="0"/>
            <a:endCxn id="119" idx="3"/>
          </p:cNvCxnSpPr>
          <p:nvPr/>
        </p:nvCxnSpPr>
        <p:spPr>
          <a:xfrm flipH="1">
            <a:off x="2273099" y="1214143"/>
            <a:ext cx="2831404" cy="1425486"/>
          </a:xfrm>
          <a:prstGeom prst="bentConnector4">
            <a:avLst>
              <a:gd name="adj1" fmla="val -8074"/>
              <a:gd name="adj2" fmla="val 630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ouble Brace 107">
            <a:extLst>
              <a:ext uri="{FF2B5EF4-FFF2-40B4-BE49-F238E27FC236}">
                <a16:creationId xmlns:a16="http://schemas.microsoft.com/office/drawing/2014/main" xmlns="" id="{2B3E3F5E-C908-48A3-A4CD-0FE023C9D89A}"/>
              </a:ext>
            </a:extLst>
          </p:cNvPr>
          <p:cNvSpPr/>
          <p:nvPr/>
        </p:nvSpPr>
        <p:spPr>
          <a:xfrm>
            <a:off x="2325302" y="3675627"/>
            <a:ext cx="2464949" cy="27833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searchparampayload</a:t>
            </a:r>
            <a:r>
              <a:rPr lang="en-US" sz="1400" dirty="0"/>
              <a:t>(</a:t>
            </a:r>
            <a:r>
              <a:rPr lang="en-US" sz="1400" dirty="0" err="1"/>
              <a:t>req</a:t>
            </a:r>
            <a:r>
              <a:rPr lang="en-US" sz="1400" dirty="0"/>
              <a:t>)</a:t>
            </a:r>
          </a:p>
        </p:txBody>
      </p:sp>
      <p:sp>
        <p:nvSpPr>
          <p:cNvPr id="109" name="Double Brace 108">
            <a:extLst>
              <a:ext uri="{FF2B5EF4-FFF2-40B4-BE49-F238E27FC236}">
                <a16:creationId xmlns:a16="http://schemas.microsoft.com/office/drawing/2014/main" xmlns="" id="{4AE91F5C-E7F6-4398-ABDE-D9F90C578952}"/>
              </a:ext>
            </a:extLst>
          </p:cNvPr>
          <p:cNvSpPr/>
          <p:nvPr/>
        </p:nvSpPr>
        <p:spPr>
          <a:xfrm>
            <a:off x="5017197" y="3685586"/>
            <a:ext cx="2169379" cy="241393"/>
          </a:xfrm>
          <a:prstGeom prst="bracePair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sqlConstructParams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0" name="Double Brace 109">
            <a:extLst>
              <a:ext uri="{FF2B5EF4-FFF2-40B4-BE49-F238E27FC236}">
                <a16:creationId xmlns:a16="http://schemas.microsoft.com/office/drawing/2014/main" xmlns="" id="{71B54B04-10F4-4831-8CF9-EF7E9C9430C0}"/>
              </a:ext>
            </a:extLst>
          </p:cNvPr>
          <p:cNvSpPr/>
          <p:nvPr/>
        </p:nvSpPr>
        <p:spPr>
          <a:xfrm>
            <a:off x="7366171" y="3695467"/>
            <a:ext cx="2806214" cy="24139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searchtypeConventional</a:t>
            </a:r>
            <a:endParaRPr lang="en-US" sz="1400" dirty="0"/>
          </a:p>
        </p:txBody>
      </p:sp>
      <p:sp>
        <p:nvSpPr>
          <p:cNvPr id="111" name="Double Brace 110">
            <a:extLst>
              <a:ext uri="{FF2B5EF4-FFF2-40B4-BE49-F238E27FC236}">
                <a16:creationId xmlns:a16="http://schemas.microsoft.com/office/drawing/2014/main" xmlns="" id="{C119E2E1-0DEC-41BB-BABC-DDE2A9B12D26}"/>
              </a:ext>
            </a:extLst>
          </p:cNvPr>
          <p:cNvSpPr/>
          <p:nvPr/>
        </p:nvSpPr>
        <p:spPr>
          <a:xfrm>
            <a:off x="2144730" y="4315074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Sqlstatementsprimary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sqlstatementsecondary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13" name="Scroll: Vertical 112">
            <a:extLst>
              <a:ext uri="{FF2B5EF4-FFF2-40B4-BE49-F238E27FC236}">
                <a16:creationId xmlns:a16="http://schemas.microsoft.com/office/drawing/2014/main" xmlns="" id="{22B5F0CF-07BB-4129-84A9-2FC289F82983}"/>
              </a:ext>
            </a:extLst>
          </p:cNvPr>
          <p:cNvSpPr/>
          <p:nvPr/>
        </p:nvSpPr>
        <p:spPr>
          <a:xfrm>
            <a:off x="2600800" y="5016787"/>
            <a:ext cx="1624026" cy="291823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sqlConstruct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xmlns="" id="{EA2AD8B6-802B-49CD-B670-F064CFA4EB61}"/>
              </a:ext>
            </a:extLst>
          </p:cNvPr>
          <p:cNvSpPr/>
          <p:nvPr/>
        </p:nvSpPr>
        <p:spPr>
          <a:xfrm>
            <a:off x="5303536" y="4123645"/>
            <a:ext cx="5447659" cy="1117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F217D9E4-A64C-4B96-9949-2E8654E06FC7}"/>
              </a:ext>
            </a:extLst>
          </p:cNvPr>
          <p:cNvSpPr/>
          <p:nvPr/>
        </p:nvSpPr>
        <p:spPr>
          <a:xfrm>
            <a:off x="5450228" y="4392001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Connections.query</a:t>
            </a:r>
            <a:endParaRPr lang="en-US" sz="1400" dirty="0"/>
          </a:p>
          <a:p>
            <a:r>
              <a:rPr lang="en-US" sz="1400" dirty="0"/>
              <a:t>       (</a:t>
            </a:r>
            <a:r>
              <a:rPr lang="en-US" sz="1400" dirty="0" err="1"/>
              <a:t>sqlstatementsprimary</a:t>
            </a:r>
            <a:r>
              <a:rPr lang="en-US" sz="1400" dirty="0"/>
              <a:t>)</a:t>
            </a:r>
          </a:p>
        </p:txBody>
      </p:sp>
      <p:sp>
        <p:nvSpPr>
          <p:cNvPr id="121" name="Double Brace 120">
            <a:extLst>
              <a:ext uri="{FF2B5EF4-FFF2-40B4-BE49-F238E27FC236}">
                <a16:creationId xmlns:a16="http://schemas.microsoft.com/office/drawing/2014/main" xmlns="" id="{FD7334E5-C19F-452A-AE1C-5AAE7E0A45D0}"/>
              </a:ext>
            </a:extLst>
          </p:cNvPr>
          <p:cNvSpPr/>
          <p:nvPr/>
        </p:nvSpPr>
        <p:spPr>
          <a:xfrm>
            <a:off x="8483505" y="4382418"/>
            <a:ext cx="2161599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Connections.query</a:t>
            </a:r>
            <a:endParaRPr lang="en-US" sz="1400" dirty="0"/>
          </a:p>
          <a:p>
            <a:r>
              <a:rPr lang="en-US" sz="1400" dirty="0"/>
              <a:t>( </a:t>
            </a:r>
            <a:r>
              <a:rPr lang="en-US" sz="1400" dirty="0" err="1"/>
              <a:t>sqlstatementsecondary</a:t>
            </a:r>
            <a:r>
              <a:rPr lang="en-US" sz="1400" dirty="0"/>
              <a:t>)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xmlns="" id="{933D718A-7A02-486D-B9C4-A881D02D0117}"/>
              </a:ext>
            </a:extLst>
          </p:cNvPr>
          <p:cNvSpPr/>
          <p:nvPr/>
        </p:nvSpPr>
        <p:spPr>
          <a:xfrm>
            <a:off x="6924995" y="5358251"/>
            <a:ext cx="2126974" cy="7158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return below JSON Object </a:t>
            </a:r>
          </a:p>
          <a:p>
            <a:r>
              <a:rPr lang="en-US" sz="1200" dirty="0"/>
              <a:t>1.Resultset</a:t>
            </a:r>
          </a:p>
          <a:p>
            <a:r>
              <a:rPr lang="en-US" sz="1200" dirty="0"/>
              <a:t>2.Count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xmlns="" id="{A0A50DB3-CA4D-4354-8C93-6DBA3D253B11}"/>
              </a:ext>
            </a:extLst>
          </p:cNvPr>
          <p:cNvCxnSpPr>
            <a:stCxn id="110" idx="3"/>
            <a:endCxn id="111" idx="1"/>
          </p:cNvCxnSpPr>
          <p:nvPr/>
        </p:nvCxnSpPr>
        <p:spPr>
          <a:xfrm flipH="1">
            <a:off x="2144730" y="3816164"/>
            <a:ext cx="8027655" cy="790075"/>
          </a:xfrm>
          <a:prstGeom prst="bentConnector5">
            <a:avLst>
              <a:gd name="adj1" fmla="val -2848"/>
              <a:gd name="adj2" fmla="val 39212"/>
              <a:gd name="adj3" fmla="val 1028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xmlns="" id="{1937995A-3170-4162-AC8C-0A14B5BB59A4}"/>
              </a:ext>
            </a:extLst>
          </p:cNvPr>
          <p:cNvCxnSpPr>
            <a:cxnSpLocks/>
            <a:endCxn id="85" idx="3"/>
          </p:cNvCxnSpPr>
          <p:nvPr/>
        </p:nvCxnSpPr>
        <p:spPr>
          <a:xfrm flipV="1">
            <a:off x="9051969" y="4682147"/>
            <a:ext cx="1699226" cy="1050264"/>
          </a:xfrm>
          <a:prstGeom prst="bentConnector3">
            <a:avLst>
              <a:gd name="adj1" fmla="val 1134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xmlns="" id="{659E41B0-71C7-45B0-84A4-EDC98D3A1245}"/>
              </a:ext>
            </a:extLst>
          </p:cNvPr>
          <p:cNvSpPr/>
          <p:nvPr/>
        </p:nvSpPr>
        <p:spPr>
          <a:xfrm>
            <a:off x="453723" y="873791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Multipurpose Features Operations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B2364914-D038-4EDA-8569-FC7036C9DC7E}"/>
              </a:ext>
            </a:extLst>
          </p:cNvPr>
          <p:cNvSpPr/>
          <p:nvPr/>
        </p:nvSpPr>
        <p:spPr>
          <a:xfrm>
            <a:off x="531446" y="1529509"/>
            <a:ext cx="1409617" cy="307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api</a:t>
            </a:r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searchtype</a:t>
            </a:r>
            <a:r>
              <a:rPr lang="en-US" sz="14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xmlns="" val="1768062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253870" y="4231850"/>
            <a:ext cx="5634553" cy="124529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253870" y="4315074"/>
            <a:ext cx="5802503" cy="10726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386674" y="2785407"/>
            <a:ext cx="10943935" cy="33759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3138318" y="841424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824904" y="2639629"/>
            <a:ext cx="2896390" cy="254543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GroupBY</a:t>
            </a:r>
            <a:r>
              <a:rPr lang="en-US" sz="1400" dirty="0"/>
              <a:t>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3013169" y="3040469"/>
            <a:ext cx="2515336" cy="25104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745253" y="3000316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4595747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800" dirty="0" err="1"/>
              <a:t>GroupBY</a:t>
            </a:r>
            <a:r>
              <a:rPr lang="en-US" sz="2800" dirty="0"/>
              <a:t>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515095" y="3640637"/>
            <a:ext cx="1681787" cy="331290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SearchTypeGroupBy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41" idx="0"/>
            <a:endCxn id="119" idx="3"/>
          </p:cNvCxnSpPr>
          <p:nvPr/>
        </p:nvCxnSpPr>
        <p:spPr>
          <a:xfrm flipH="1">
            <a:off x="2273099" y="1214143"/>
            <a:ext cx="2831404" cy="1425486"/>
          </a:xfrm>
          <a:prstGeom prst="bentConnector4">
            <a:avLst>
              <a:gd name="adj1" fmla="val -8074"/>
              <a:gd name="adj2" fmla="val 630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ouble Brace 107">
            <a:extLst>
              <a:ext uri="{FF2B5EF4-FFF2-40B4-BE49-F238E27FC236}">
                <a16:creationId xmlns:a16="http://schemas.microsoft.com/office/drawing/2014/main" xmlns="" id="{2B3E3F5E-C908-48A3-A4CD-0FE023C9D89A}"/>
              </a:ext>
            </a:extLst>
          </p:cNvPr>
          <p:cNvSpPr/>
          <p:nvPr/>
        </p:nvSpPr>
        <p:spPr>
          <a:xfrm>
            <a:off x="2325302" y="3675627"/>
            <a:ext cx="2625642" cy="26123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paramsSearchTypeGroupBy</a:t>
            </a:r>
            <a:endParaRPr lang="en-US" sz="1400" dirty="0"/>
          </a:p>
        </p:txBody>
      </p:sp>
      <p:sp>
        <p:nvSpPr>
          <p:cNvPr id="109" name="Double Brace 108">
            <a:extLst>
              <a:ext uri="{FF2B5EF4-FFF2-40B4-BE49-F238E27FC236}">
                <a16:creationId xmlns:a16="http://schemas.microsoft.com/office/drawing/2014/main" xmlns="" id="{4AE91F5C-E7F6-4398-ABDE-D9F90C578952}"/>
              </a:ext>
            </a:extLst>
          </p:cNvPr>
          <p:cNvSpPr/>
          <p:nvPr/>
        </p:nvSpPr>
        <p:spPr>
          <a:xfrm>
            <a:off x="5017197" y="3685586"/>
            <a:ext cx="2169379" cy="241393"/>
          </a:xfrm>
          <a:prstGeom prst="bracePair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sqlConstructParams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1" name="Double Brace 110">
            <a:extLst>
              <a:ext uri="{FF2B5EF4-FFF2-40B4-BE49-F238E27FC236}">
                <a16:creationId xmlns:a16="http://schemas.microsoft.com/office/drawing/2014/main" xmlns="" id="{C119E2E1-0DEC-41BB-BABC-DDE2A9B12D26}"/>
              </a:ext>
            </a:extLst>
          </p:cNvPr>
          <p:cNvSpPr/>
          <p:nvPr/>
        </p:nvSpPr>
        <p:spPr>
          <a:xfrm>
            <a:off x="2035399" y="4820248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Sqlstatementsprimary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sqlstatementsecondary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13" name="Scroll: Vertical 112">
            <a:extLst>
              <a:ext uri="{FF2B5EF4-FFF2-40B4-BE49-F238E27FC236}">
                <a16:creationId xmlns:a16="http://schemas.microsoft.com/office/drawing/2014/main" xmlns="" id="{22B5F0CF-07BB-4129-84A9-2FC289F82983}"/>
              </a:ext>
            </a:extLst>
          </p:cNvPr>
          <p:cNvSpPr/>
          <p:nvPr/>
        </p:nvSpPr>
        <p:spPr>
          <a:xfrm>
            <a:off x="2491469" y="5521961"/>
            <a:ext cx="1624026" cy="291823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sqlConstruct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xmlns="" id="{EA2AD8B6-802B-49CD-B670-F064CFA4EB61}"/>
              </a:ext>
            </a:extLst>
          </p:cNvPr>
          <p:cNvSpPr/>
          <p:nvPr/>
        </p:nvSpPr>
        <p:spPr>
          <a:xfrm>
            <a:off x="5194206" y="4628819"/>
            <a:ext cx="3313690" cy="1117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F217D9E4-A64C-4B96-9949-2E8654E06FC7}"/>
              </a:ext>
            </a:extLst>
          </p:cNvPr>
          <p:cNvSpPr/>
          <p:nvPr/>
        </p:nvSpPr>
        <p:spPr>
          <a:xfrm>
            <a:off x="5340897" y="4897175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Connections.query</a:t>
            </a:r>
            <a:endParaRPr lang="en-US" sz="1400" dirty="0"/>
          </a:p>
          <a:p>
            <a:r>
              <a:rPr lang="en-US" sz="1400" dirty="0"/>
              <a:t>       (</a:t>
            </a:r>
            <a:r>
              <a:rPr lang="en-US" sz="1400" dirty="0" err="1"/>
              <a:t>sqlstatementsprimary</a:t>
            </a:r>
            <a:r>
              <a:rPr lang="en-US" sz="1400" dirty="0"/>
              <a:t>)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xmlns="" id="{933D718A-7A02-486D-B9C4-A881D02D0117}"/>
              </a:ext>
            </a:extLst>
          </p:cNvPr>
          <p:cNvSpPr/>
          <p:nvPr/>
        </p:nvSpPr>
        <p:spPr>
          <a:xfrm>
            <a:off x="9000461" y="4829375"/>
            <a:ext cx="2126974" cy="7158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return below JSON Object </a:t>
            </a:r>
          </a:p>
          <a:p>
            <a:r>
              <a:rPr lang="en-US" sz="1200" dirty="0"/>
              <a:t>1.Resultset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xmlns="" id="{A0A50DB3-CA4D-4354-8C93-6DBA3D253B11}"/>
              </a:ext>
            </a:extLst>
          </p:cNvPr>
          <p:cNvCxnSpPr>
            <a:cxnSpLocks/>
            <a:stCxn id="109" idx="3"/>
            <a:endCxn id="111" idx="1"/>
          </p:cNvCxnSpPr>
          <p:nvPr/>
        </p:nvCxnSpPr>
        <p:spPr>
          <a:xfrm flipH="1">
            <a:off x="2035399" y="3806283"/>
            <a:ext cx="5151177" cy="1305130"/>
          </a:xfrm>
          <a:prstGeom prst="bentConnector5">
            <a:avLst>
              <a:gd name="adj1" fmla="val -4438"/>
              <a:gd name="adj2" fmla="val 43469"/>
              <a:gd name="adj3" fmla="val 1044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xmlns="" id="{1937995A-3170-4162-AC8C-0A14B5BB59A4}"/>
              </a:ext>
            </a:extLst>
          </p:cNvPr>
          <p:cNvCxnSpPr>
            <a:cxnSpLocks/>
            <a:endCxn id="85" idx="3"/>
          </p:cNvCxnSpPr>
          <p:nvPr/>
        </p:nvCxnSpPr>
        <p:spPr>
          <a:xfrm rot="10800000" flipV="1">
            <a:off x="8507897" y="5187319"/>
            <a:ext cx="474795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7A78D841-63D4-428E-A003-91DD062E5CF1}"/>
              </a:ext>
            </a:extLst>
          </p:cNvPr>
          <p:cNvSpPr/>
          <p:nvPr/>
        </p:nvSpPr>
        <p:spPr>
          <a:xfrm>
            <a:off x="375364" y="804474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GroupBy</a:t>
            </a:r>
            <a:r>
              <a:rPr lang="en-US" dirty="0"/>
              <a:t> Operations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87BAA04-49F7-403A-9AEC-2111D66ACFA3}"/>
              </a:ext>
            </a:extLst>
          </p:cNvPr>
          <p:cNvSpPr/>
          <p:nvPr/>
        </p:nvSpPr>
        <p:spPr>
          <a:xfrm>
            <a:off x="384095" y="1549081"/>
            <a:ext cx="2060931" cy="307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api</a:t>
            </a:r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searchtypegroupby</a:t>
            </a:r>
            <a:r>
              <a:rPr lang="en-US" sz="14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xmlns="" val="1852842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253870" y="4231850"/>
            <a:ext cx="5634553" cy="124529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253870" y="4315074"/>
            <a:ext cx="5802503" cy="10726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386674" y="2785407"/>
            <a:ext cx="10985214" cy="33759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3138318" y="841424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824904" y="2639629"/>
            <a:ext cx="2896390" cy="254543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3013169" y="3040469"/>
            <a:ext cx="2515336" cy="25104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745253" y="3000316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4595747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sz="2800" dirty="0"/>
              <a:t>Create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643515" y="3692619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createRecord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41" idx="0"/>
            <a:endCxn id="119" idx="3"/>
          </p:cNvCxnSpPr>
          <p:nvPr/>
        </p:nvCxnSpPr>
        <p:spPr>
          <a:xfrm flipH="1">
            <a:off x="2273099" y="1214143"/>
            <a:ext cx="2831404" cy="1425486"/>
          </a:xfrm>
          <a:prstGeom prst="bentConnector4">
            <a:avLst>
              <a:gd name="adj1" fmla="val -8074"/>
              <a:gd name="adj2" fmla="val 630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F217D9E4-A64C-4B96-9949-2E8654E06FC7}"/>
              </a:ext>
            </a:extLst>
          </p:cNvPr>
          <p:cNvSpPr/>
          <p:nvPr/>
        </p:nvSpPr>
        <p:spPr>
          <a:xfrm>
            <a:off x="2939039" y="3586966"/>
            <a:ext cx="2806214" cy="58233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/>
              <a:t>models[</a:t>
            </a:r>
            <a:r>
              <a:rPr lang="en-US" sz="1400" dirty="0" err="1"/>
              <a:t>mod.Name</a:t>
            </a:r>
            <a:r>
              <a:rPr lang="en-US" sz="1400" dirty="0"/>
              <a:t>].create(lime)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xmlns="" id="{933D718A-7A02-486D-B9C4-A881D02D0117}"/>
              </a:ext>
            </a:extLst>
          </p:cNvPr>
          <p:cNvSpPr/>
          <p:nvPr/>
        </p:nvSpPr>
        <p:spPr>
          <a:xfrm>
            <a:off x="5253870" y="4779620"/>
            <a:ext cx="3748433" cy="95403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return below JSON Object </a:t>
            </a:r>
          </a:p>
          <a:p>
            <a:r>
              <a:rPr lang="en-US" sz="1400" dirty="0"/>
              <a:t>1.CreateID</a:t>
            </a:r>
          </a:p>
          <a:p>
            <a:r>
              <a:rPr lang="en-US" sz="1400" dirty="0"/>
              <a:t>2.Message “Record </a:t>
            </a:r>
            <a:r>
              <a:rPr lang="en-US" sz="1400" dirty="0" err="1"/>
              <a:t>SuccessFully</a:t>
            </a:r>
            <a:r>
              <a:rPr lang="en-US" sz="1400" dirty="0"/>
              <a:t> Inserted”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AC89DC30-FB60-4D0B-9882-797A38235988}"/>
              </a:ext>
            </a:extLst>
          </p:cNvPr>
          <p:cNvSpPr/>
          <p:nvPr/>
        </p:nvSpPr>
        <p:spPr>
          <a:xfrm>
            <a:off x="386674" y="794374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Operations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10D83700-793C-42F5-B048-FECCEDDEC5CC}"/>
              </a:ext>
            </a:extLst>
          </p:cNvPr>
          <p:cNvSpPr/>
          <p:nvPr/>
        </p:nvSpPr>
        <p:spPr>
          <a:xfrm>
            <a:off x="520832" y="1488459"/>
            <a:ext cx="1066639" cy="307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api</a:t>
            </a:r>
            <a:r>
              <a:rPr lang="en-US" sz="1400" dirty="0">
                <a:solidFill>
                  <a:schemeClr val="bg1"/>
                </a:solidFill>
              </a:rPr>
              <a:t>/create/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xmlns="" id="{6F7B88A1-FC37-4328-8EDD-5F1D142FDF4D}"/>
              </a:ext>
            </a:extLst>
          </p:cNvPr>
          <p:cNvCxnSpPr>
            <a:stCxn id="120" idx="3"/>
            <a:endCxn id="122" idx="0"/>
          </p:cNvCxnSpPr>
          <p:nvPr/>
        </p:nvCxnSpPr>
        <p:spPr>
          <a:xfrm>
            <a:off x="5745253" y="3878131"/>
            <a:ext cx="1382834" cy="90148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xmlns="" id="{5247921F-70E6-4194-91DF-6281CA356E9E}"/>
              </a:ext>
            </a:extLst>
          </p:cNvPr>
          <p:cNvSpPr/>
          <p:nvPr/>
        </p:nvSpPr>
        <p:spPr>
          <a:xfrm>
            <a:off x="6262172" y="3727036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ORM </a:t>
            </a:r>
          </a:p>
        </p:txBody>
      </p:sp>
    </p:spTree>
    <p:extLst>
      <p:ext uri="{BB962C8B-B14F-4D97-AF65-F5344CB8AC3E}">
        <p14:creationId xmlns:p14="http://schemas.microsoft.com/office/powerpoint/2010/main" xmlns="" val="60476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253870" y="4231850"/>
            <a:ext cx="5634553" cy="124529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253870" y="4315074"/>
            <a:ext cx="5802503" cy="107262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386674" y="2785407"/>
            <a:ext cx="10985214" cy="33759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3138318" y="841424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824904" y="2639629"/>
            <a:ext cx="2896390" cy="254543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3013169" y="3040469"/>
            <a:ext cx="2515336" cy="25104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745253" y="3000316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4595747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sz="2800" dirty="0"/>
              <a:t>Update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643515" y="3692619"/>
            <a:ext cx="1501215" cy="251847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createRecord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41" idx="0"/>
            <a:endCxn id="119" idx="3"/>
          </p:cNvCxnSpPr>
          <p:nvPr/>
        </p:nvCxnSpPr>
        <p:spPr>
          <a:xfrm flipH="1">
            <a:off x="2273099" y="1214143"/>
            <a:ext cx="2831404" cy="1425486"/>
          </a:xfrm>
          <a:prstGeom prst="bentConnector4">
            <a:avLst>
              <a:gd name="adj1" fmla="val -8074"/>
              <a:gd name="adj2" fmla="val 630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F217D9E4-A64C-4B96-9949-2E8654E06FC7}"/>
              </a:ext>
            </a:extLst>
          </p:cNvPr>
          <p:cNvSpPr/>
          <p:nvPr/>
        </p:nvSpPr>
        <p:spPr>
          <a:xfrm>
            <a:off x="2939038" y="3586966"/>
            <a:ext cx="3571091" cy="2247304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/>
              <a:t>models[</a:t>
            </a:r>
            <a:r>
              <a:rPr lang="en-US" sz="1400" dirty="0" err="1"/>
              <a:t>mod.Name</a:t>
            </a:r>
            <a:r>
              <a:rPr lang="en-US" sz="1400" dirty="0"/>
              <a:t>].update(</a:t>
            </a:r>
          </a:p>
          <a:p>
            <a:r>
              <a:rPr lang="en-US" sz="1400" dirty="0"/>
              <a:t>lime,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where: {</a:t>
            </a:r>
          </a:p>
          <a:p>
            <a:r>
              <a:rPr lang="en-US" sz="1400" dirty="0"/>
              <a:t>[mod.id]: lime[mod.id],</a:t>
            </a:r>
          </a:p>
          <a:p>
            <a:r>
              <a:rPr lang="en-US" sz="1400" dirty="0"/>
              <a:t>},</a:t>
            </a:r>
          </a:p>
          <a:p>
            <a:r>
              <a:rPr lang="en-US" sz="1400" dirty="0"/>
              <a:t>returning: </a:t>
            </a:r>
            <a:r>
              <a:rPr lang="en-US" sz="1400" b="1" dirty="0"/>
              <a:t>true</a:t>
            </a:r>
            <a:r>
              <a:rPr lang="en-US" sz="1400" dirty="0"/>
              <a:t>,</a:t>
            </a:r>
          </a:p>
          <a:p>
            <a:r>
              <a:rPr lang="en-US" sz="1400" dirty="0"/>
              <a:t>plain: </a:t>
            </a:r>
            <a:r>
              <a:rPr lang="en-US" sz="1400" b="1" dirty="0"/>
              <a:t>true</a:t>
            </a:r>
            <a:r>
              <a:rPr lang="en-US" sz="1400" dirty="0"/>
              <a:t>,</a:t>
            </a:r>
          </a:p>
          <a:p>
            <a:r>
              <a:rPr lang="en-US" sz="1400" dirty="0"/>
              <a:t>} </a:t>
            </a:r>
            <a:r>
              <a:rPr lang="en-US" sz="1400" i="1" dirty="0"/>
              <a:t>/* where criteria */</a:t>
            </a:r>
            <a:endParaRPr lang="en-US" sz="1400" dirty="0"/>
          </a:p>
          <a:p>
            <a:r>
              <a:rPr lang="en-US" sz="1400" dirty="0"/>
              <a:t>})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xmlns="" id="{933D718A-7A02-486D-B9C4-A881D02D0117}"/>
              </a:ext>
            </a:extLst>
          </p:cNvPr>
          <p:cNvSpPr/>
          <p:nvPr/>
        </p:nvSpPr>
        <p:spPr>
          <a:xfrm>
            <a:off x="7223965" y="5056456"/>
            <a:ext cx="3748433" cy="95403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return below JSON Object </a:t>
            </a:r>
          </a:p>
          <a:p>
            <a:r>
              <a:rPr lang="en-US" sz="1400" dirty="0"/>
              <a:t>1.CreateID</a:t>
            </a:r>
          </a:p>
          <a:p>
            <a:r>
              <a:rPr lang="en-US" sz="1400" dirty="0"/>
              <a:t>2.Message “Record </a:t>
            </a:r>
            <a:r>
              <a:rPr lang="en-US" sz="1400" dirty="0" err="1"/>
              <a:t>SuccessFully</a:t>
            </a:r>
            <a:r>
              <a:rPr lang="en-US" sz="1400" dirty="0"/>
              <a:t> Updated”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xmlns="" id="{AC89DC30-FB60-4D0B-9882-797A38235988}"/>
              </a:ext>
            </a:extLst>
          </p:cNvPr>
          <p:cNvSpPr/>
          <p:nvPr/>
        </p:nvSpPr>
        <p:spPr>
          <a:xfrm>
            <a:off x="386674" y="794374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Operations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10D83700-793C-42F5-B048-FECCEDDEC5CC}"/>
              </a:ext>
            </a:extLst>
          </p:cNvPr>
          <p:cNvSpPr/>
          <p:nvPr/>
        </p:nvSpPr>
        <p:spPr>
          <a:xfrm>
            <a:off x="520832" y="1488459"/>
            <a:ext cx="1128386" cy="307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api</a:t>
            </a:r>
            <a:r>
              <a:rPr lang="en-US" sz="1400" dirty="0">
                <a:solidFill>
                  <a:schemeClr val="bg1"/>
                </a:solidFill>
              </a:rPr>
              <a:t>/update/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xmlns="" id="{6F7B88A1-FC37-4328-8EDD-5F1D142FDF4D}"/>
              </a:ext>
            </a:extLst>
          </p:cNvPr>
          <p:cNvCxnSpPr>
            <a:cxnSpLocks/>
            <a:stCxn id="120" idx="3"/>
            <a:endCxn id="122" idx="0"/>
          </p:cNvCxnSpPr>
          <p:nvPr/>
        </p:nvCxnSpPr>
        <p:spPr>
          <a:xfrm>
            <a:off x="6510129" y="4710618"/>
            <a:ext cx="2588053" cy="34583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xmlns="" id="{5247921F-70E6-4194-91DF-6281CA356E9E}"/>
              </a:ext>
            </a:extLst>
          </p:cNvPr>
          <p:cNvSpPr/>
          <p:nvPr/>
        </p:nvSpPr>
        <p:spPr>
          <a:xfrm>
            <a:off x="8458682" y="4276507"/>
            <a:ext cx="1892949" cy="361222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ORM </a:t>
            </a:r>
          </a:p>
        </p:txBody>
      </p:sp>
    </p:spTree>
    <p:extLst>
      <p:ext uri="{BB962C8B-B14F-4D97-AF65-F5344CB8AC3E}">
        <p14:creationId xmlns:p14="http://schemas.microsoft.com/office/powerpoint/2010/main" xmlns="" val="1103349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485470" y="3695964"/>
            <a:ext cx="5634553" cy="118946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485470" y="3779188"/>
            <a:ext cx="5802503" cy="102452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618274" y="2235440"/>
            <a:ext cx="10996773" cy="42647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4284133" y="759536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2621575" y="2075947"/>
            <a:ext cx="2325664" cy="309233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Upload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2621575" y="2510888"/>
            <a:ext cx="2515336" cy="239787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339156" y="2454531"/>
            <a:ext cx="1892949" cy="34502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3897459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sz="2800" dirty="0"/>
              <a:t>Upload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852951" y="3233275"/>
            <a:ext cx="1501215" cy="240555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uploadContent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BBBEB96E-D2D4-4341-A4C0-7BAD00C1A260}"/>
              </a:ext>
            </a:extLst>
          </p:cNvPr>
          <p:cNvSpPr/>
          <p:nvPr/>
        </p:nvSpPr>
        <p:spPr>
          <a:xfrm>
            <a:off x="632010" y="864514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Operations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41" idx="0"/>
            <a:endCxn id="119" idx="3"/>
          </p:cNvCxnSpPr>
          <p:nvPr/>
        </p:nvCxnSpPr>
        <p:spPr>
          <a:xfrm flipH="1">
            <a:off x="3784407" y="1132255"/>
            <a:ext cx="2465911" cy="943692"/>
          </a:xfrm>
          <a:prstGeom prst="bentConnector4">
            <a:avLst>
              <a:gd name="adj1" fmla="val -9270"/>
              <a:gd name="adj2" fmla="val 697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ouble Brace 107">
            <a:extLst>
              <a:ext uri="{FF2B5EF4-FFF2-40B4-BE49-F238E27FC236}">
                <a16:creationId xmlns:a16="http://schemas.microsoft.com/office/drawing/2014/main" xmlns="" id="{2B3E3F5E-C908-48A3-A4CD-0FE023C9D89A}"/>
              </a:ext>
            </a:extLst>
          </p:cNvPr>
          <p:cNvSpPr/>
          <p:nvPr/>
        </p:nvSpPr>
        <p:spPr>
          <a:xfrm>
            <a:off x="2556902" y="3139741"/>
            <a:ext cx="2464949" cy="47367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readexcel</a:t>
            </a:r>
            <a:r>
              <a:rPr lang="en-US" sz="1400" dirty="0"/>
              <a:t>(fil);</a:t>
            </a:r>
          </a:p>
        </p:txBody>
      </p:sp>
      <p:sp>
        <p:nvSpPr>
          <p:cNvPr id="109" name="Double Brace 108">
            <a:extLst>
              <a:ext uri="{FF2B5EF4-FFF2-40B4-BE49-F238E27FC236}">
                <a16:creationId xmlns:a16="http://schemas.microsoft.com/office/drawing/2014/main" xmlns="" id="{4AE91F5C-E7F6-4398-ABDE-D9F90C578952}"/>
              </a:ext>
            </a:extLst>
          </p:cNvPr>
          <p:cNvSpPr/>
          <p:nvPr/>
        </p:nvSpPr>
        <p:spPr>
          <a:xfrm>
            <a:off x="5202423" y="2971561"/>
            <a:ext cx="2845615" cy="780869"/>
          </a:xfrm>
          <a:prstGeom prst="bracePair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qelastic.push</a:t>
            </a:r>
            <a:r>
              <a:rPr lang="en-US" sz="1400" dirty="0">
                <a:solidFill>
                  <a:schemeClr val="bg1"/>
                </a:solidFill>
              </a:rPr>
              <a:t>(</a:t>
            </a:r>
            <a:r>
              <a:rPr lang="en-US" sz="1400" dirty="0" err="1">
                <a:solidFill>
                  <a:schemeClr val="bg1"/>
                </a:solidFill>
              </a:rPr>
              <a:t>baseobj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jobcompletedelasticindexed</a:t>
            </a:r>
            <a:r>
              <a:rPr lang="en-US" sz="1400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110" name="Double Brace 109">
            <a:extLst>
              <a:ext uri="{FF2B5EF4-FFF2-40B4-BE49-F238E27FC236}">
                <a16:creationId xmlns:a16="http://schemas.microsoft.com/office/drawing/2014/main" xmlns="" id="{71B54B04-10F4-4831-8CF9-EF7E9C9430C0}"/>
              </a:ext>
            </a:extLst>
          </p:cNvPr>
          <p:cNvSpPr/>
          <p:nvPr/>
        </p:nvSpPr>
        <p:spPr>
          <a:xfrm>
            <a:off x="8313809" y="3168214"/>
            <a:ext cx="2806214" cy="36484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directstreambulkinsert</a:t>
            </a:r>
            <a:endParaRPr lang="en-US" sz="1400" dirty="0"/>
          </a:p>
        </p:txBody>
      </p:sp>
      <p:sp>
        <p:nvSpPr>
          <p:cNvPr id="111" name="Double Brace 110">
            <a:extLst>
              <a:ext uri="{FF2B5EF4-FFF2-40B4-BE49-F238E27FC236}">
                <a16:creationId xmlns:a16="http://schemas.microsoft.com/office/drawing/2014/main" xmlns="" id="{C119E2E1-0DEC-41BB-BABC-DDE2A9B12D26}"/>
              </a:ext>
            </a:extLst>
          </p:cNvPr>
          <p:cNvSpPr/>
          <p:nvPr/>
        </p:nvSpPr>
        <p:spPr>
          <a:xfrm>
            <a:off x="1979061" y="4582051"/>
            <a:ext cx="2806214" cy="55622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redisMiddleware</a:t>
            </a:r>
            <a:r>
              <a:rPr lang="en-US" sz="1400" dirty="0"/>
              <a:t>.</a:t>
            </a:r>
          </a:p>
          <a:p>
            <a:r>
              <a:rPr lang="en-US" sz="1400" dirty="0"/>
              <a:t>       </a:t>
            </a:r>
            <a:r>
              <a:rPr lang="en-US" sz="1400" dirty="0" err="1"/>
              <a:t>redisDel</a:t>
            </a:r>
            <a:r>
              <a:rPr lang="en-US" sz="1400" dirty="0"/>
              <a:t>(</a:t>
            </a:r>
            <a:r>
              <a:rPr lang="en-US" sz="1400" dirty="0" err="1"/>
              <a:t>mod.Name</a:t>
            </a:r>
            <a:r>
              <a:rPr lang="en-US" sz="1400" dirty="0"/>
              <a:t>)</a:t>
            </a:r>
          </a:p>
        </p:txBody>
      </p:sp>
      <p:sp>
        <p:nvSpPr>
          <p:cNvPr id="113" name="Scroll: Vertical 112">
            <a:extLst>
              <a:ext uri="{FF2B5EF4-FFF2-40B4-BE49-F238E27FC236}">
                <a16:creationId xmlns:a16="http://schemas.microsoft.com/office/drawing/2014/main" xmlns="" id="{22B5F0CF-07BB-4129-84A9-2FC289F82983}"/>
              </a:ext>
            </a:extLst>
          </p:cNvPr>
          <p:cNvSpPr/>
          <p:nvPr/>
        </p:nvSpPr>
        <p:spPr>
          <a:xfrm>
            <a:off x="2435131" y="5283765"/>
            <a:ext cx="1624026" cy="278738"/>
          </a:xfrm>
          <a:prstGeom prst="verticalScroll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r>
              <a:rPr lang="en-US" sz="1400" dirty="0" err="1"/>
              <a:t>utils</a:t>
            </a:r>
            <a:r>
              <a:rPr lang="en-US" sz="1400" dirty="0"/>
              <a:t>/</a:t>
            </a:r>
            <a:r>
              <a:rPr lang="en-US" sz="1400" dirty="0" err="1"/>
              <a:t>sqlConstruct</a:t>
            </a:r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xmlns="" id="{EA2AD8B6-802B-49CD-B670-F064CFA4EB61}"/>
              </a:ext>
            </a:extLst>
          </p:cNvPr>
          <p:cNvSpPr/>
          <p:nvPr/>
        </p:nvSpPr>
        <p:spPr>
          <a:xfrm>
            <a:off x="5589979" y="4392376"/>
            <a:ext cx="5447659" cy="10669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Double Brace 119">
            <a:extLst>
              <a:ext uri="{FF2B5EF4-FFF2-40B4-BE49-F238E27FC236}">
                <a16:creationId xmlns:a16="http://schemas.microsoft.com/office/drawing/2014/main" xmlns="" id="{F217D9E4-A64C-4B96-9949-2E8654E06FC7}"/>
              </a:ext>
            </a:extLst>
          </p:cNvPr>
          <p:cNvSpPr/>
          <p:nvPr/>
        </p:nvSpPr>
        <p:spPr>
          <a:xfrm>
            <a:off x="6465880" y="4580191"/>
            <a:ext cx="3686975" cy="55622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jobcompletedelasticindexed</a:t>
            </a:r>
            <a:r>
              <a:rPr lang="en-US" sz="1400" dirty="0"/>
              <a:t>("news")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xmlns="" id="{933D718A-7A02-486D-B9C4-A881D02D0117}"/>
              </a:ext>
            </a:extLst>
          </p:cNvPr>
          <p:cNvSpPr/>
          <p:nvPr/>
        </p:nvSpPr>
        <p:spPr>
          <a:xfrm>
            <a:off x="7232105" y="5702063"/>
            <a:ext cx="2126974" cy="68379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return below JSON Object </a:t>
            </a:r>
          </a:p>
          <a:p>
            <a:r>
              <a:rPr lang="en-US" sz="1200" dirty="0"/>
              <a:t>1.Upload progress </a:t>
            </a:r>
          </a:p>
          <a:p>
            <a:r>
              <a:rPr lang="en-US" sz="1200" dirty="0"/>
              <a:t>2.Upload complete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xmlns="" id="{A0A50DB3-CA4D-4354-8C93-6DBA3D253B11}"/>
              </a:ext>
            </a:extLst>
          </p:cNvPr>
          <p:cNvCxnSpPr>
            <a:cxnSpLocks/>
            <a:stCxn id="110" idx="3"/>
            <a:endCxn id="111" idx="1"/>
          </p:cNvCxnSpPr>
          <p:nvPr/>
        </p:nvCxnSpPr>
        <p:spPr>
          <a:xfrm flipH="1">
            <a:off x="1979061" y="3350637"/>
            <a:ext cx="9140962" cy="1509524"/>
          </a:xfrm>
          <a:prstGeom prst="bentConnector5">
            <a:avLst>
              <a:gd name="adj1" fmla="val -2501"/>
              <a:gd name="adj2" fmla="val 46831"/>
              <a:gd name="adj3" fmla="val 1025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xmlns="" id="{1937995A-3170-4162-AC8C-0A14B5BB59A4}"/>
              </a:ext>
            </a:extLst>
          </p:cNvPr>
          <p:cNvCxnSpPr>
            <a:cxnSpLocks/>
            <a:endCxn id="85" idx="3"/>
          </p:cNvCxnSpPr>
          <p:nvPr/>
        </p:nvCxnSpPr>
        <p:spPr>
          <a:xfrm flipV="1">
            <a:off x="9338412" y="4925836"/>
            <a:ext cx="1699226" cy="1075306"/>
          </a:xfrm>
          <a:prstGeom prst="bentConnector3">
            <a:avLst>
              <a:gd name="adj1" fmla="val 1134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3A8FB435-325D-4434-8B88-6BF29EFCE039}"/>
              </a:ext>
            </a:extLst>
          </p:cNvPr>
          <p:cNvSpPr/>
          <p:nvPr/>
        </p:nvSpPr>
        <p:spPr>
          <a:xfrm>
            <a:off x="618274" y="1522010"/>
            <a:ext cx="1938628" cy="338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uploadcontent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xmlns="" id="{FEB7A411-106F-4181-829D-5F5DF0C542AB}"/>
              </a:ext>
            </a:extLst>
          </p:cNvPr>
          <p:cNvSpPr/>
          <p:nvPr/>
        </p:nvSpPr>
        <p:spPr>
          <a:xfrm>
            <a:off x="4785275" y="5195832"/>
            <a:ext cx="1880384" cy="4843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 </a:t>
            </a:r>
            <a:r>
              <a:rPr lang="en-US" dirty="0" err="1"/>
              <a:t>io</a:t>
            </a:r>
            <a:r>
              <a:rPr lang="en-US" dirty="0"/>
              <a:t> based Notification </a:t>
            </a:r>
          </a:p>
        </p:txBody>
      </p:sp>
    </p:spTree>
    <p:extLst>
      <p:ext uri="{BB962C8B-B14F-4D97-AF65-F5344CB8AC3E}">
        <p14:creationId xmlns:p14="http://schemas.microsoft.com/office/powerpoint/2010/main" xmlns="" val="2514946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xmlns="" id="{C8E9D6B6-1330-4BE1-8911-5687BD6AFED5}"/>
              </a:ext>
            </a:extLst>
          </p:cNvPr>
          <p:cNvSpPr/>
          <p:nvPr/>
        </p:nvSpPr>
        <p:spPr>
          <a:xfrm>
            <a:off x="5485470" y="3695964"/>
            <a:ext cx="5634553" cy="118946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6C6F48B2-D3BD-492B-9556-D20CD8EDC3DE}"/>
              </a:ext>
            </a:extLst>
          </p:cNvPr>
          <p:cNvSpPr/>
          <p:nvPr/>
        </p:nvSpPr>
        <p:spPr>
          <a:xfrm>
            <a:off x="5485470" y="3779188"/>
            <a:ext cx="5802503" cy="102452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xmlns="" id="{A0A20DF2-5D9B-456C-8E70-33AE65533444}"/>
              </a:ext>
            </a:extLst>
          </p:cNvPr>
          <p:cNvSpPr/>
          <p:nvPr/>
        </p:nvSpPr>
        <p:spPr>
          <a:xfrm>
            <a:off x="751931" y="2250101"/>
            <a:ext cx="10996773" cy="42647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xmlns="" id="{14643B6D-EB55-40CD-B667-D2E4D17484D9}"/>
              </a:ext>
            </a:extLst>
          </p:cNvPr>
          <p:cNvSpPr/>
          <p:nvPr/>
        </p:nvSpPr>
        <p:spPr>
          <a:xfrm>
            <a:off x="4284133" y="759536"/>
            <a:ext cx="1966185" cy="745438"/>
          </a:xfrm>
          <a:prstGeom prst="round2Diag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preValidation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schemaValidation</a:t>
            </a:r>
            <a:endParaRPr lang="en-US" sz="1400" dirty="0"/>
          </a:p>
        </p:txBody>
      </p:sp>
      <p:sp>
        <p:nvSpPr>
          <p:cNvPr id="119" name="Rectangle: Diagonal Corners Rounded 118">
            <a:extLst>
              <a:ext uri="{FF2B5EF4-FFF2-40B4-BE49-F238E27FC236}">
                <a16:creationId xmlns:a16="http://schemas.microsoft.com/office/drawing/2014/main" xmlns="" id="{9A2AAA88-2DCB-487F-9B4E-CC9415889DB8}"/>
              </a:ext>
            </a:extLst>
          </p:cNvPr>
          <p:cNvSpPr/>
          <p:nvPr/>
        </p:nvSpPr>
        <p:spPr>
          <a:xfrm>
            <a:off x="2621575" y="2075947"/>
            <a:ext cx="2325664" cy="309233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Download Operations</a:t>
            </a:r>
          </a:p>
        </p:txBody>
      </p:sp>
      <p:sp>
        <p:nvSpPr>
          <p:cNvPr id="126" name="Double Brace 125">
            <a:extLst>
              <a:ext uri="{FF2B5EF4-FFF2-40B4-BE49-F238E27FC236}">
                <a16:creationId xmlns:a16="http://schemas.microsoft.com/office/drawing/2014/main" xmlns="" id="{EA432CB6-6579-4082-B04C-42A91809ED7F}"/>
              </a:ext>
            </a:extLst>
          </p:cNvPr>
          <p:cNvSpPr/>
          <p:nvPr/>
        </p:nvSpPr>
        <p:spPr>
          <a:xfrm>
            <a:off x="2621575" y="2510888"/>
            <a:ext cx="2515336" cy="239787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dep.assignVariables</a:t>
            </a:r>
            <a:r>
              <a:rPr lang="en-US" sz="1400" dirty="0"/>
              <a:t>(mod)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xmlns="" id="{3394A1D8-A9C4-4A44-8635-500C1D8DE68F}"/>
              </a:ext>
            </a:extLst>
          </p:cNvPr>
          <p:cNvSpPr/>
          <p:nvPr/>
        </p:nvSpPr>
        <p:spPr>
          <a:xfrm>
            <a:off x="5339156" y="2454531"/>
            <a:ext cx="1892949" cy="345026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</a:t>
            </a:r>
            <a:r>
              <a:rPr lang="en-US" sz="1400" dirty="0"/>
              <a:t> the module </a:t>
            </a:r>
            <a:r>
              <a:rPr lang="en-US" sz="1400" dirty="0" err="1"/>
              <a:t>obj</a:t>
            </a:r>
            <a:endParaRPr lang="en-US" sz="1400" dirty="0"/>
          </a:p>
        </p:txBody>
      </p:sp>
      <p:sp>
        <p:nvSpPr>
          <p:cNvPr id="160" name="Title 1">
            <a:extLst>
              <a:ext uri="{FF2B5EF4-FFF2-40B4-BE49-F238E27FC236}">
                <a16:creationId xmlns:a16="http://schemas.microsoft.com/office/drawing/2014/main" xmlns="" id="{A2353A25-696F-4E7B-BFD2-B2437C9C5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74" y="125941"/>
            <a:ext cx="3897459" cy="487817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sz="2800" dirty="0"/>
              <a:t>Download Operations</a:t>
            </a:r>
          </a:p>
        </p:txBody>
      </p:sp>
      <p:sp>
        <p:nvSpPr>
          <p:cNvPr id="138" name="Rectangle: Diagonal Corners Rounded 137">
            <a:extLst>
              <a:ext uri="{FF2B5EF4-FFF2-40B4-BE49-F238E27FC236}">
                <a16:creationId xmlns:a16="http://schemas.microsoft.com/office/drawing/2014/main" xmlns="" id="{9D043FC9-C50D-4D0E-9B5F-37B7D7BEA2E0}"/>
              </a:ext>
            </a:extLst>
          </p:cNvPr>
          <p:cNvSpPr/>
          <p:nvPr/>
        </p:nvSpPr>
        <p:spPr>
          <a:xfrm>
            <a:off x="852951" y="3233275"/>
            <a:ext cx="1501215" cy="240555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exportexcel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xmlns="" id="{BBBEB96E-D2D4-4341-A4C0-7BAD00C1A260}"/>
              </a:ext>
            </a:extLst>
          </p:cNvPr>
          <p:cNvSpPr/>
          <p:nvPr/>
        </p:nvSpPr>
        <p:spPr>
          <a:xfrm>
            <a:off x="632010" y="864514"/>
            <a:ext cx="2347276" cy="529237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 Operations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xmlns="" id="{32DF7692-85A3-41DA-880C-E29EDA0F7B43}"/>
              </a:ext>
            </a:extLst>
          </p:cNvPr>
          <p:cNvCxnSpPr>
            <a:cxnSpLocks/>
            <a:stCxn id="41" idx="0"/>
            <a:endCxn id="119" idx="3"/>
          </p:cNvCxnSpPr>
          <p:nvPr/>
        </p:nvCxnSpPr>
        <p:spPr>
          <a:xfrm flipH="1">
            <a:off x="3784407" y="1132255"/>
            <a:ext cx="2465911" cy="943692"/>
          </a:xfrm>
          <a:prstGeom prst="bentConnector4">
            <a:avLst>
              <a:gd name="adj1" fmla="val -9270"/>
              <a:gd name="adj2" fmla="val 697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Double Brace 107">
            <a:extLst>
              <a:ext uri="{FF2B5EF4-FFF2-40B4-BE49-F238E27FC236}">
                <a16:creationId xmlns:a16="http://schemas.microsoft.com/office/drawing/2014/main" xmlns="" id="{2B3E3F5E-C908-48A3-A4CD-0FE023C9D89A}"/>
              </a:ext>
            </a:extLst>
          </p:cNvPr>
          <p:cNvSpPr/>
          <p:nvPr/>
        </p:nvSpPr>
        <p:spPr>
          <a:xfrm>
            <a:off x="2556902" y="3139741"/>
            <a:ext cx="2464949" cy="47367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Searchparampayload</a:t>
            </a:r>
            <a:r>
              <a:rPr lang="en-US" sz="1400" dirty="0"/>
              <a:t>()</a:t>
            </a:r>
          </a:p>
        </p:txBody>
      </p:sp>
      <p:sp>
        <p:nvSpPr>
          <p:cNvPr id="109" name="Double Brace 108">
            <a:extLst>
              <a:ext uri="{FF2B5EF4-FFF2-40B4-BE49-F238E27FC236}">
                <a16:creationId xmlns:a16="http://schemas.microsoft.com/office/drawing/2014/main" xmlns="" id="{4AE91F5C-E7F6-4398-ABDE-D9F90C578952}"/>
              </a:ext>
            </a:extLst>
          </p:cNvPr>
          <p:cNvSpPr/>
          <p:nvPr/>
        </p:nvSpPr>
        <p:spPr>
          <a:xfrm>
            <a:off x="4983811" y="3059401"/>
            <a:ext cx="3158081" cy="908746"/>
          </a:xfrm>
          <a:prstGeom prst="bracePair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arg.sqlFilterCount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arg.searchTypeFilter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arg.searchTypeFilterProgressBar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3A8FB435-325D-4434-8B88-6BF29EFCE039}"/>
              </a:ext>
            </a:extLst>
          </p:cNvPr>
          <p:cNvSpPr/>
          <p:nvPr/>
        </p:nvSpPr>
        <p:spPr>
          <a:xfrm>
            <a:off x="618274" y="1522010"/>
            <a:ext cx="1938628" cy="3385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api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  <a:r>
              <a:rPr lang="en-US" sz="1600" dirty="0" err="1">
                <a:solidFill>
                  <a:schemeClr val="bg1"/>
                </a:solidFill>
              </a:rPr>
              <a:t>exportexcel</a:t>
            </a:r>
            <a:r>
              <a:rPr lang="en-US" sz="16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8" name="Double Brace 27">
            <a:extLst>
              <a:ext uri="{FF2B5EF4-FFF2-40B4-BE49-F238E27FC236}">
                <a16:creationId xmlns:a16="http://schemas.microsoft.com/office/drawing/2014/main" xmlns="" id="{0D4B56A9-0590-4AC2-919C-39660F6F2E91}"/>
              </a:ext>
            </a:extLst>
          </p:cNvPr>
          <p:cNvSpPr/>
          <p:nvPr/>
        </p:nvSpPr>
        <p:spPr>
          <a:xfrm>
            <a:off x="2556902" y="3142892"/>
            <a:ext cx="2464949" cy="47367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Searchparampayload</a:t>
            </a:r>
            <a:r>
              <a:rPr lang="en-US" sz="1400" dirty="0"/>
              <a:t>()</a:t>
            </a:r>
          </a:p>
        </p:txBody>
      </p:sp>
      <p:sp>
        <p:nvSpPr>
          <p:cNvPr id="29" name="Double Brace 28">
            <a:extLst>
              <a:ext uri="{FF2B5EF4-FFF2-40B4-BE49-F238E27FC236}">
                <a16:creationId xmlns:a16="http://schemas.microsoft.com/office/drawing/2014/main" xmlns="" id="{D5BBC76E-DC46-4F9C-8684-2EEFACDB2263}"/>
              </a:ext>
            </a:extLst>
          </p:cNvPr>
          <p:cNvSpPr/>
          <p:nvPr/>
        </p:nvSpPr>
        <p:spPr>
          <a:xfrm>
            <a:off x="8809282" y="3309349"/>
            <a:ext cx="1692250" cy="39673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exportdataset</a:t>
            </a:r>
            <a:r>
              <a:rPr lang="en-US" sz="1400" dirty="0"/>
              <a:t>()</a:t>
            </a:r>
          </a:p>
        </p:txBody>
      </p:sp>
      <p:sp>
        <p:nvSpPr>
          <p:cNvPr id="30" name="Double Brace 29">
            <a:extLst>
              <a:ext uri="{FF2B5EF4-FFF2-40B4-BE49-F238E27FC236}">
                <a16:creationId xmlns:a16="http://schemas.microsoft.com/office/drawing/2014/main" xmlns="" id="{8005461E-37B7-49B5-80C5-0455EC5948AF}"/>
              </a:ext>
            </a:extLst>
          </p:cNvPr>
          <p:cNvSpPr/>
          <p:nvPr/>
        </p:nvSpPr>
        <p:spPr>
          <a:xfrm>
            <a:off x="852951" y="4517721"/>
            <a:ext cx="2464949" cy="47367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connections.query</a:t>
            </a:r>
          </a:p>
          <a:p>
            <a:r>
              <a:rPr lang="en-US" sz="1400"/>
              <a:t>    (sqlstatementsprimary)</a:t>
            </a:r>
            <a:endParaRPr lang="en-US" sz="1400" dirty="0"/>
          </a:p>
        </p:txBody>
      </p:sp>
      <p:sp>
        <p:nvSpPr>
          <p:cNvPr id="32" name="Double Brace 31">
            <a:extLst>
              <a:ext uri="{FF2B5EF4-FFF2-40B4-BE49-F238E27FC236}">
                <a16:creationId xmlns:a16="http://schemas.microsoft.com/office/drawing/2014/main" xmlns="" id="{9CB13D5A-1E38-4F59-BC2C-2326570324F2}"/>
              </a:ext>
            </a:extLst>
          </p:cNvPr>
          <p:cNvSpPr/>
          <p:nvPr/>
        </p:nvSpPr>
        <p:spPr>
          <a:xfrm>
            <a:off x="3450377" y="4513791"/>
            <a:ext cx="2464949" cy="47367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Promises.mapSeries</a:t>
            </a:r>
            <a:endParaRPr lang="en-US" sz="1400" dirty="0"/>
          </a:p>
          <a:p>
            <a:r>
              <a:rPr lang="en-US" sz="1400" dirty="0"/>
              <a:t>      (</a:t>
            </a:r>
            <a:r>
              <a:rPr lang="en-US" sz="1400" dirty="0" err="1"/>
              <a:t>datasetar</a:t>
            </a:r>
            <a:r>
              <a:rPr lang="en-US" sz="1400" dirty="0"/>
              <a:t>, </a:t>
            </a:r>
            <a:r>
              <a:rPr lang="en-US" sz="1400" dirty="0" err="1"/>
              <a:t>fdone</a:t>
            </a:r>
            <a:r>
              <a:rPr lang="en-US" sz="1400" dirty="0"/>
              <a:t>)</a:t>
            </a:r>
          </a:p>
        </p:txBody>
      </p:sp>
      <p:sp>
        <p:nvSpPr>
          <p:cNvPr id="37" name="Double Brace 36">
            <a:extLst>
              <a:ext uri="{FF2B5EF4-FFF2-40B4-BE49-F238E27FC236}">
                <a16:creationId xmlns:a16="http://schemas.microsoft.com/office/drawing/2014/main" xmlns="" id="{700CE33E-814D-4F3E-BB57-37495238A91F}"/>
              </a:ext>
            </a:extLst>
          </p:cNvPr>
          <p:cNvSpPr/>
          <p:nvPr/>
        </p:nvSpPr>
        <p:spPr>
          <a:xfrm>
            <a:off x="6150004" y="4540138"/>
            <a:ext cx="1082102" cy="42306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fdone</a:t>
            </a:r>
            <a:endParaRPr lang="en-US" sz="1400" dirty="0"/>
          </a:p>
        </p:txBody>
      </p:sp>
      <p:sp>
        <p:nvSpPr>
          <p:cNvPr id="42" name="Double Brace 41">
            <a:extLst>
              <a:ext uri="{FF2B5EF4-FFF2-40B4-BE49-F238E27FC236}">
                <a16:creationId xmlns:a16="http://schemas.microsoft.com/office/drawing/2014/main" xmlns="" id="{1FAD9519-B46E-4598-A4D1-2BD682EA994C}"/>
              </a:ext>
            </a:extLst>
          </p:cNvPr>
          <p:cNvSpPr/>
          <p:nvPr/>
        </p:nvSpPr>
        <p:spPr>
          <a:xfrm>
            <a:off x="7422599" y="4514857"/>
            <a:ext cx="2089149" cy="47367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dataprogressbarsets</a:t>
            </a:r>
            <a:endParaRPr lang="en-US" sz="1400" dirty="0"/>
          </a:p>
        </p:txBody>
      </p:sp>
      <p:sp>
        <p:nvSpPr>
          <p:cNvPr id="43" name="Double Brace 42">
            <a:extLst>
              <a:ext uri="{FF2B5EF4-FFF2-40B4-BE49-F238E27FC236}">
                <a16:creationId xmlns:a16="http://schemas.microsoft.com/office/drawing/2014/main" xmlns="" id="{3145B83F-C960-47A0-BAD1-AD762D605B92}"/>
              </a:ext>
            </a:extLst>
          </p:cNvPr>
          <p:cNvSpPr/>
          <p:nvPr/>
        </p:nvSpPr>
        <p:spPr>
          <a:xfrm>
            <a:off x="9609873" y="4506654"/>
            <a:ext cx="1510150" cy="471707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Streaming</a:t>
            </a:r>
          </a:p>
          <a:p>
            <a:r>
              <a:rPr lang="en-US" sz="1400" dirty="0"/>
              <a:t>       </a:t>
            </a:r>
            <a:r>
              <a:rPr lang="en-US" sz="1400" dirty="0" err="1"/>
              <a:t>exportexcel</a:t>
            </a:r>
            <a:endParaRPr lang="en-US" sz="1400" dirty="0"/>
          </a:p>
        </p:txBody>
      </p:sp>
      <p:sp>
        <p:nvSpPr>
          <p:cNvPr id="44" name="Double Brace 43">
            <a:extLst>
              <a:ext uri="{FF2B5EF4-FFF2-40B4-BE49-F238E27FC236}">
                <a16:creationId xmlns:a16="http://schemas.microsoft.com/office/drawing/2014/main" xmlns="" id="{F32C994F-4B59-446E-AB35-24E07CB0A7E4}"/>
              </a:ext>
            </a:extLst>
          </p:cNvPr>
          <p:cNvSpPr/>
          <p:nvPr/>
        </p:nvSpPr>
        <p:spPr>
          <a:xfrm>
            <a:off x="1040850" y="5721866"/>
            <a:ext cx="2409527" cy="50996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"</a:t>
            </a:r>
            <a:r>
              <a:rPr lang="en-US" sz="1400" dirty="0" err="1"/>
              <a:t>newsdownloadsets</a:t>
            </a:r>
            <a:r>
              <a:rPr lang="en-US" sz="1400" dirty="0"/>
              <a:t>",</a:t>
            </a:r>
          </a:p>
          <a:p>
            <a:r>
              <a:rPr lang="en-US" sz="1400" dirty="0"/>
              <a:t>       </a:t>
            </a:r>
            <a:r>
              <a:rPr lang="en-US" sz="1400" dirty="0" err="1"/>
              <a:t>data.csvfilename</a:t>
            </a:r>
            <a:r>
              <a:rPr lang="en-US" sz="1400" dirty="0"/>
              <a:t> + ".csv"</a:t>
            </a:r>
          </a:p>
        </p:txBody>
      </p:sp>
      <p:sp>
        <p:nvSpPr>
          <p:cNvPr id="48" name="Rectangle: Diagonal Corners Rounded 47">
            <a:extLst>
              <a:ext uri="{FF2B5EF4-FFF2-40B4-BE49-F238E27FC236}">
                <a16:creationId xmlns:a16="http://schemas.microsoft.com/office/drawing/2014/main" xmlns="" id="{28BACF47-5ED7-4769-897C-B065BC19ECAD}"/>
              </a:ext>
            </a:extLst>
          </p:cNvPr>
          <p:cNvSpPr/>
          <p:nvPr/>
        </p:nvSpPr>
        <p:spPr>
          <a:xfrm>
            <a:off x="7383621" y="408769"/>
            <a:ext cx="1891827" cy="630032"/>
          </a:xfrm>
          <a:prstGeom prst="round2DiagRect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Socket.io Notifications</a:t>
            </a:r>
          </a:p>
        </p:txBody>
      </p:sp>
      <p:sp>
        <p:nvSpPr>
          <p:cNvPr id="53" name="Double Brace 52">
            <a:extLst>
              <a:ext uri="{FF2B5EF4-FFF2-40B4-BE49-F238E27FC236}">
                <a16:creationId xmlns:a16="http://schemas.microsoft.com/office/drawing/2014/main" xmlns="" id="{E9B4494E-7527-402E-84EF-C8039C5FA28D}"/>
              </a:ext>
            </a:extLst>
          </p:cNvPr>
          <p:cNvSpPr/>
          <p:nvPr/>
        </p:nvSpPr>
        <p:spPr>
          <a:xfrm>
            <a:off x="3872953" y="5760784"/>
            <a:ext cx="2978131" cy="42306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jobcompletedelasticindexedbeta</a:t>
            </a:r>
            <a:endParaRPr lang="en-US" sz="1400" dirty="0"/>
          </a:p>
        </p:txBody>
      </p:sp>
      <p:sp>
        <p:nvSpPr>
          <p:cNvPr id="52" name="Rectangle: Diagonal Corners Rounded 51">
            <a:extLst>
              <a:ext uri="{FF2B5EF4-FFF2-40B4-BE49-F238E27FC236}">
                <a16:creationId xmlns:a16="http://schemas.microsoft.com/office/drawing/2014/main" xmlns="" id="{92E27223-CB2D-4C8E-A08E-3DBDB184D184}"/>
              </a:ext>
            </a:extLst>
          </p:cNvPr>
          <p:cNvSpPr/>
          <p:nvPr/>
        </p:nvSpPr>
        <p:spPr>
          <a:xfrm>
            <a:off x="6711276" y="5902643"/>
            <a:ext cx="2279577" cy="396779"/>
          </a:xfrm>
          <a:prstGeom prst="round2DiagRect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Download process Done</a:t>
            </a:r>
          </a:p>
        </p:txBody>
      </p:sp>
      <p:sp>
        <p:nvSpPr>
          <p:cNvPr id="54" name="Double Brace 53">
            <a:extLst>
              <a:ext uri="{FF2B5EF4-FFF2-40B4-BE49-F238E27FC236}">
                <a16:creationId xmlns:a16="http://schemas.microsoft.com/office/drawing/2014/main" xmlns="" id="{D0147D6D-53DD-464B-8785-EE0C1DDDA546}"/>
              </a:ext>
            </a:extLst>
          </p:cNvPr>
          <p:cNvSpPr/>
          <p:nvPr/>
        </p:nvSpPr>
        <p:spPr>
          <a:xfrm>
            <a:off x="8298281" y="2421201"/>
            <a:ext cx="3119023" cy="658947"/>
          </a:xfrm>
          <a:prstGeom prst="bracePair">
            <a:avLst>
              <a:gd name="adj" fmla="val 8333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err="1"/>
              <a:t>qelasticbeta.push</a:t>
            </a:r>
            <a:r>
              <a:rPr lang="en-US" sz="1400" dirty="0"/>
              <a:t>(</a:t>
            </a:r>
            <a:r>
              <a:rPr lang="en-US" sz="1400" dirty="0" err="1"/>
              <a:t>arg</a:t>
            </a:r>
            <a:r>
              <a:rPr lang="en-US" sz="1400" dirty="0"/>
              <a:t>, </a:t>
            </a:r>
            <a:r>
              <a:rPr lang="en-US" sz="1400" dirty="0" err="1"/>
              <a:t>jobcompletedelasticindexedbeta</a:t>
            </a:r>
            <a:r>
              <a:rPr lang="en-US" sz="1400" dirty="0"/>
              <a:t>);</a:t>
            </a:r>
          </a:p>
        </p:txBody>
      </p:sp>
      <p:sp>
        <p:nvSpPr>
          <p:cNvPr id="55" name="Rectangle: Diagonal Corners Rounded 54">
            <a:extLst>
              <a:ext uri="{FF2B5EF4-FFF2-40B4-BE49-F238E27FC236}">
                <a16:creationId xmlns:a16="http://schemas.microsoft.com/office/drawing/2014/main" xmlns="" id="{3064C68F-F132-4F80-8F7D-0F8447D350E8}"/>
              </a:ext>
            </a:extLst>
          </p:cNvPr>
          <p:cNvSpPr/>
          <p:nvPr/>
        </p:nvSpPr>
        <p:spPr>
          <a:xfrm>
            <a:off x="985232" y="5412876"/>
            <a:ext cx="1820938" cy="352439"/>
          </a:xfrm>
          <a:prstGeom prst="round2DiagRect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Download Sets </a:t>
            </a:r>
          </a:p>
        </p:txBody>
      </p:sp>
      <p:sp>
        <p:nvSpPr>
          <p:cNvPr id="57" name="Rectangle: Diagonal Corners Rounded 56">
            <a:extLst>
              <a:ext uri="{FF2B5EF4-FFF2-40B4-BE49-F238E27FC236}">
                <a16:creationId xmlns:a16="http://schemas.microsoft.com/office/drawing/2014/main" xmlns="" id="{36642B90-F91F-45C3-B48F-B9CE0FBFE004}"/>
              </a:ext>
            </a:extLst>
          </p:cNvPr>
          <p:cNvSpPr/>
          <p:nvPr/>
        </p:nvSpPr>
        <p:spPr>
          <a:xfrm>
            <a:off x="7643534" y="4926184"/>
            <a:ext cx="1647278" cy="396175"/>
          </a:xfrm>
          <a:prstGeom prst="round2DiagRect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Download Progress</a:t>
            </a:r>
          </a:p>
        </p:txBody>
      </p:sp>
      <p:sp>
        <p:nvSpPr>
          <p:cNvPr id="59" name="Rectangle: Diagonal Corners Rounded 58">
            <a:extLst>
              <a:ext uri="{FF2B5EF4-FFF2-40B4-BE49-F238E27FC236}">
                <a16:creationId xmlns:a16="http://schemas.microsoft.com/office/drawing/2014/main" xmlns="" id="{3C465E90-53F3-475B-A6B3-1DBCF4DB13B7}"/>
              </a:ext>
            </a:extLst>
          </p:cNvPr>
          <p:cNvSpPr/>
          <p:nvPr/>
        </p:nvSpPr>
        <p:spPr>
          <a:xfrm>
            <a:off x="10138094" y="4970220"/>
            <a:ext cx="726875" cy="416739"/>
          </a:xfrm>
          <a:prstGeom prst="round2DiagRect">
            <a:avLst/>
          </a:prstGeom>
          <a:solidFill>
            <a:srgbClr val="7030A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Files Save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xmlns="" id="{15CA605F-1201-403B-9A9B-A5FFFCE725AB}"/>
              </a:ext>
            </a:extLst>
          </p:cNvPr>
          <p:cNvCxnSpPr>
            <a:stCxn id="54" idx="2"/>
            <a:endCxn id="29" idx="0"/>
          </p:cNvCxnSpPr>
          <p:nvPr/>
        </p:nvCxnSpPr>
        <p:spPr>
          <a:xfrm rot="5400000">
            <a:off x="9642000" y="3093555"/>
            <a:ext cx="229201" cy="20238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xmlns="" id="{88ED05F5-E30F-47E5-895B-F6360DE5BE6F}"/>
              </a:ext>
            </a:extLst>
          </p:cNvPr>
          <p:cNvCxnSpPr>
            <a:cxnSpLocks/>
            <a:stCxn id="30" idx="0"/>
            <a:endCxn id="29" idx="3"/>
          </p:cNvCxnSpPr>
          <p:nvPr/>
        </p:nvCxnSpPr>
        <p:spPr>
          <a:xfrm rot="5400000" flipH="1" flipV="1">
            <a:off x="5788477" y="-195334"/>
            <a:ext cx="1010004" cy="8416106"/>
          </a:xfrm>
          <a:prstGeom prst="bentConnector4">
            <a:avLst>
              <a:gd name="adj1" fmla="val 40180"/>
              <a:gd name="adj2" fmla="val 10271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8ED7E297-8BC2-4250-B767-7CB55C61A291}"/>
              </a:ext>
            </a:extLst>
          </p:cNvPr>
          <p:cNvSpPr/>
          <p:nvPr/>
        </p:nvSpPr>
        <p:spPr>
          <a:xfrm>
            <a:off x="9655407" y="4188322"/>
            <a:ext cx="1715902" cy="29290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 streaming</a:t>
            </a:r>
          </a:p>
        </p:txBody>
      </p:sp>
    </p:spTree>
    <p:extLst>
      <p:ext uri="{BB962C8B-B14F-4D97-AF65-F5344CB8AC3E}">
        <p14:creationId xmlns:p14="http://schemas.microsoft.com/office/powerpoint/2010/main" xmlns="" val="871088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38410" y="2172466"/>
            <a:ext cx="11860050" cy="46515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94476" y="566954"/>
            <a:ext cx="2420333" cy="556076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Cache Operations </a:t>
            </a:r>
            <a:r>
              <a:rPr lang="en-US" dirty="0" err="1"/>
              <a:t>Redis</a:t>
            </a:r>
            <a:r>
              <a:rPr lang="en-US" dirty="0"/>
              <a:t> Based</a:t>
            </a:r>
          </a:p>
        </p:txBody>
      </p:sp>
      <p:sp>
        <p:nvSpPr>
          <p:cNvPr id="2" name="Scroll: Vertical 1">
            <a:extLst>
              <a:ext uri="{FF2B5EF4-FFF2-40B4-BE49-F238E27FC236}">
                <a16:creationId xmlns:a16="http://schemas.microsoft.com/office/drawing/2014/main" xmlns="" id="{650FFF0E-F387-405E-9B6C-C3A2586068FC}"/>
              </a:ext>
            </a:extLst>
          </p:cNvPr>
          <p:cNvSpPr/>
          <p:nvPr/>
        </p:nvSpPr>
        <p:spPr>
          <a:xfrm>
            <a:off x="3749903" y="946933"/>
            <a:ext cx="1677972" cy="322077"/>
          </a:xfrm>
          <a:prstGeom prst="verticalScroll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module.js</a:t>
            </a:r>
          </a:p>
        </p:txBody>
      </p:sp>
      <p:sp>
        <p:nvSpPr>
          <p:cNvPr id="118" name="Double Brace 117">
            <a:extLst>
              <a:ext uri="{FF2B5EF4-FFF2-40B4-BE49-F238E27FC236}">
                <a16:creationId xmlns:a16="http://schemas.microsoft.com/office/drawing/2014/main" xmlns="" id="{662EE824-6A6C-41E7-AC0C-26AC5DB3FEDA}"/>
              </a:ext>
            </a:extLst>
          </p:cNvPr>
          <p:cNvSpPr/>
          <p:nvPr/>
        </p:nvSpPr>
        <p:spPr>
          <a:xfrm>
            <a:off x="6068435" y="860895"/>
            <a:ext cx="4025793" cy="49415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dep.isPivotCache</a:t>
            </a:r>
            <a:r>
              <a:rPr lang="en-US" sz="1600" dirty="0"/>
              <a:t>(request, reply, mod)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2653" y="-20291"/>
            <a:ext cx="4624141" cy="50935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API Cache Mechanism Overview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DEAC8F20-8C22-4925-9816-EED009D70FA9}"/>
              </a:ext>
            </a:extLst>
          </p:cNvPr>
          <p:cNvSpPr/>
          <p:nvPr/>
        </p:nvSpPr>
        <p:spPr>
          <a:xfrm>
            <a:off x="6181127" y="4298956"/>
            <a:ext cx="3151757" cy="35314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actual </a:t>
            </a:r>
            <a:r>
              <a:rPr lang="en-US" sz="1600" dirty="0" err="1"/>
              <a:t>db</a:t>
            </a:r>
            <a:r>
              <a:rPr lang="en-US" sz="1600" dirty="0"/>
              <a:t> call to fetch </a:t>
            </a:r>
            <a:r>
              <a:rPr lang="en-US" sz="1600" dirty="0" err="1"/>
              <a:t>resultset</a:t>
            </a:r>
            <a:endParaRPr lang="en-US" sz="1600" dirty="0"/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xmlns="" id="{A1379ED1-59E1-443C-A131-D5F4269463E6}"/>
              </a:ext>
            </a:extLst>
          </p:cNvPr>
          <p:cNvCxnSpPr>
            <a:cxnSpLocks/>
            <a:stCxn id="4" idx="3"/>
            <a:endCxn id="50" idx="3"/>
          </p:cNvCxnSpPr>
          <p:nvPr/>
        </p:nvCxnSpPr>
        <p:spPr>
          <a:xfrm flipH="1">
            <a:off x="6181128" y="2597760"/>
            <a:ext cx="741861" cy="633852"/>
          </a:xfrm>
          <a:prstGeom prst="bentConnector3">
            <a:avLst>
              <a:gd name="adj1" fmla="val -30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xmlns="" id="{E5C4727C-0CE4-423A-A637-6AD5F8C27F16}"/>
              </a:ext>
            </a:extLst>
          </p:cNvPr>
          <p:cNvCxnSpPr>
            <a:cxnSpLocks/>
            <a:endCxn id="51" idx="0"/>
          </p:cNvCxnSpPr>
          <p:nvPr/>
        </p:nvCxnSpPr>
        <p:spPr>
          <a:xfrm rot="5400000">
            <a:off x="3316069" y="2729112"/>
            <a:ext cx="877018" cy="2262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xmlns="" id="{1843AFC4-4A6B-4ACB-B9E7-B1755B6D6D0E}"/>
              </a:ext>
            </a:extLst>
          </p:cNvPr>
          <p:cNvSpPr/>
          <p:nvPr/>
        </p:nvSpPr>
        <p:spPr>
          <a:xfrm>
            <a:off x="3266026" y="2392489"/>
            <a:ext cx="3656963" cy="410541"/>
          </a:xfrm>
          <a:prstGeom prst="flowChartDocument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redisMiddleware.redisCount</a:t>
            </a:r>
            <a:r>
              <a:rPr lang="en-US" sz="1600" dirty="0"/>
              <a:t>(</a:t>
            </a:r>
            <a:r>
              <a:rPr lang="en-US" sz="1600" dirty="0" err="1"/>
              <a:t>key,true</a:t>
            </a:r>
            <a:r>
              <a:rPr lang="en-US" sz="1600" dirty="0"/>
              <a:t>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xmlns="" id="{2B8FA23D-B40B-4678-9E19-DA41FEB24DDF}"/>
              </a:ext>
            </a:extLst>
          </p:cNvPr>
          <p:cNvSpPr/>
          <p:nvPr/>
        </p:nvSpPr>
        <p:spPr>
          <a:xfrm>
            <a:off x="3590699" y="3041285"/>
            <a:ext cx="2590429" cy="380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(</a:t>
            </a:r>
            <a:r>
              <a:rPr lang="en-US" sz="1600" dirty="0" err="1"/>
              <a:t>data.iscache</a:t>
            </a:r>
            <a:r>
              <a:rPr lang="en-US" sz="1600" dirty="0"/>
              <a:t>===true)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xmlns="" id="{185B4EB8-5149-4A56-852C-8BC2D3327334}"/>
              </a:ext>
            </a:extLst>
          </p:cNvPr>
          <p:cNvSpPr/>
          <p:nvPr/>
        </p:nvSpPr>
        <p:spPr>
          <a:xfrm>
            <a:off x="992534" y="4298957"/>
            <a:ext cx="3261413" cy="48072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 cache </a:t>
            </a:r>
            <a:r>
              <a:rPr lang="en-US" sz="1400" dirty="0" err="1"/>
              <a:t>resultset</a:t>
            </a:r>
            <a:r>
              <a:rPr lang="en-US" sz="1400" dirty="0"/>
              <a:t> from </a:t>
            </a:r>
            <a:r>
              <a:rPr lang="en-US" sz="1400" dirty="0" err="1"/>
              <a:t>redis</a:t>
            </a:r>
            <a:endParaRPr lang="en-US" sz="14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xmlns="" id="{4560B357-545D-4928-8310-0EB8731706B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885913" y="3860446"/>
            <a:ext cx="2871093" cy="4385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Punched Tape 29">
            <a:extLst>
              <a:ext uri="{FF2B5EF4-FFF2-40B4-BE49-F238E27FC236}">
                <a16:creationId xmlns:a16="http://schemas.microsoft.com/office/drawing/2014/main" xmlns="" id="{EAF1684B-23D5-4AD8-ACF1-DB3E915CF180}"/>
              </a:ext>
            </a:extLst>
          </p:cNvPr>
          <p:cNvSpPr/>
          <p:nvPr/>
        </p:nvSpPr>
        <p:spPr>
          <a:xfrm>
            <a:off x="2886123" y="3593208"/>
            <a:ext cx="863780" cy="396299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68" name="Flowchart: Punched Tape 67">
            <a:extLst>
              <a:ext uri="{FF2B5EF4-FFF2-40B4-BE49-F238E27FC236}">
                <a16:creationId xmlns:a16="http://schemas.microsoft.com/office/drawing/2014/main" xmlns="" id="{5E1058B9-D93C-4BE5-9092-383729A5D538}"/>
              </a:ext>
            </a:extLst>
          </p:cNvPr>
          <p:cNvSpPr/>
          <p:nvPr/>
        </p:nvSpPr>
        <p:spPr>
          <a:xfrm>
            <a:off x="7202090" y="3560551"/>
            <a:ext cx="864704" cy="500321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xmlns="" id="{69BF3EB4-C362-4876-A561-63EF8D6C32B9}"/>
              </a:ext>
            </a:extLst>
          </p:cNvPr>
          <p:cNvCxnSpPr>
            <a:cxnSpLocks/>
            <a:stCxn id="118" idx="3"/>
            <a:endCxn id="25" idx="3"/>
          </p:cNvCxnSpPr>
          <p:nvPr/>
        </p:nvCxnSpPr>
        <p:spPr>
          <a:xfrm flipH="1">
            <a:off x="2376705" y="1107972"/>
            <a:ext cx="7717523" cy="931265"/>
          </a:xfrm>
          <a:prstGeom prst="bentConnector4">
            <a:avLst>
              <a:gd name="adj1" fmla="val -2962"/>
              <a:gd name="adj2" fmla="val 632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xmlns="" id="{28B19D7C-1F6D-4858-B720-523A20E49AD6}"/>
              </a:ext>
            </a:extLst>
          </p:cNvPr>
          <p:cNvSpPr/>
          <p:nvPr/>
        </p:nvSpPr>
        <p:spPr>
          <a:xfrm>
            <a:off x="777758" y="2039237"/>
            <a:ext cx="3197893" cy="259168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API Cache Operations(Promise based)</a:t>
            </a:r>
          </a:p>
        </p:txBody>
      </p:sp>
      <p:sp>
        <p:nvSpPr>
          <p:cNvPr id="27" name="Double Brace 26">
            <a:extLst>
              <a:ext uri="{FF2B5EF4-FFF2-40B4-BE49-F238E27FC236}">
                <a16:creationId xmlns:a16="http://schemas.microsoft.com/office/drawing/2014/main" xmlns="" id="{87B292E9-5CCA-41B5-B9AF-D5EEDE03B3C8}"/>
              </a:ext>
            </a:extLst>
          </p:cNvPr>
          <p:cNvSpPr/>
          <p:nvPr/>
        </p:nvSpPr>
        <p:spPr>
          <a:xfrm>
            <a:off x="707929" y="3123720"/>
            <a:ext cx="1985321" cy="34992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key=</a:t>
            </a:r>
            <a:r>
              <a:rPr lang="en-US" sz="1400" dirty="0" err="1"/>
              <a:t>api</a:t>
            </a:r>
            <a:r>
              <a:rPr lang="en-US" sz="1400" dirty="0"/>
              <a:t> request </a:t>
            </a:r>
            <a:r>
              <a:rPr lang="en-US" sz="1400" dirty="0" err="1"/>
              <a:t>params</a:t>
            </a:r>
            <a:endParaRPr lang="en-US" sz="1400" dirty="0"/>
          </a:p>
        </p:txBody>
      </p:sp>
      <p:sp>
        <p:nvSpPr>
          <p:cNvPr id="28" name="Double Brace 27">
            <a:extLst>
              <a:ext uri="{FF2B5EF4-FFF2-40B4-BE49-F238E27FC236}">
                <a16:creationId xmlns:a16="http://schemas.microsoft.com/office/drawing/2014/main" xmlns="" id="{90D3D756-FE0F-4231-BE62-C2A1394E3682}"/>
              </a:ext>
            </a:extLst>
          </p:cNvPr>
          <p:cNvSpPr/>
          <p:nvPr/>
        </p:nvSpPr>
        <p:spPr>
          <a:xfrm>
            <a:off x="763077" y="2646186"/>
            <a:ext cx="1518145" cy="298638"/>
          </a:xfrm>
          <a:prstGeom prst="bracePai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isPivotCache</a:t>
            </a:r>
            <a:endParaRPr lang="en-US" sz="1600" dirty="0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xmlns="" id="{59A31228-6700-40FD-89DD-8F3828936ADA}"/>
              </a:ext>
            </a:extLst>
          </p:cNvPr>
          <p:cNvSpPr/>
          <p:nvPr/>
        </p:nvSpPr>
        <p:spPr>
          <a:xfrm>
            <a:off x="7414925" y="2305069"/>
            <a:ext cx="3302227" cy="475638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whether </a:t>
            </a:r>
            <a:r>
              <a:rPr lang="en-US" sz="1400" dirty="0" err="1"/>
              <a:t>redis</a:t>
            </a:r>
            <a:r>
              <a:rPr lang="en-US" sz="1400" dirty="0"/>
              <a:t> has the cache result for key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xmlns="" id="{0F06E6A4-FAE7-4E6F-9652-CEAC7E256D6C}"/>
              </a:ext>
            </a:extLst>
          </p:cNvPr>
          <p:cNvCxnSpPr>
            <a:cxnSpLocks/>
            <a:stCxn id="27" idx="3"/>
            <a:endCxn id="4" idx="1"/>
          </p:cNvCxnSpPr>
          <p:nvPr/>
        </p:nvCxnSpPr>
        <p:spPr>
          <a:xfrm flipV="1">
            <a:off x="2693250" y="2597760"/>
            <a:ext cx="572776" cy="700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peech Bubble: Oval 41">
            <a:extLst>
              <a:ext uri="{FF2B5EF4-FFF2-40B4-BE49-F238E27FC236}">
                <a16:creationId xmlns:a16="http://schemas.microsoft.com/office/drawing/2014/main" xmlns="" id="{2AED45B3-5424-47A7-84F5-20AA867F9EC9}"/>
              </a:ext>
            </a:extLst>
          </p:cNvPr>
          <p:cNvSpPr/>
          <p:nvPr/>
        </p:nvSpPr>
        <p:spPr>
          <a:xfrm>
            <a:off x="6733555" y="3092887"/>
            <a:ext cx="870805" cy="233888"/>
          </a:xfrm>
          <a:prstGeom prst="wedgeEllipseCallou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58" name="Double Brace 57">
            <a:extLst>
              <a:ext uri="{FF2B5EF4-FFF2-40B4-BE49-F238E27FC236}">
                <a16:creationId xmlns:a16="http://schemas.microsoft.com/office/drawing/2014/main" xmlns="" id="{30A9D69A-8C02-4DC5-A1CD-5AF0AB6AA384}"/>
              </a:ext>
            </a:extLst>
          </p:cNvPr>
          <p:cNvSpPr/>
          <p:nvPr/>
        </p:nvSpPr>
        <p:spPr>
          <a:xfrm>
            <a:off x="1522149" y="4697105"/>
            <a:ext cx="1985321" cy="34992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resolve(</a:t>
            </a:r>
            <a:r>
              <a:rPr lang="en-US" sz="1600" dirty="0" err="1"/>
              <a:t>data.val</a:t>
            </a:r>
            <a:r>
              <a:rPr lang="en-US" sz="1600" dirty="0"/>
              <a:t>)</a:t>
            </a:r>
          </a:p>
        </p:txBody>
      </p:sp>
      <p:sp>
        <p:nvSpPr>
          <p:cNvPr id="64" name="Double Brace 63">
            <a:extLst>
              <a:ext uri="{FF2B5EF4-FFF2-40B4-BE49-F238E27FC236}">
                <a16:creationId xmlns:a16="http://schemas.microsoft.com/office/drawing/2014/main" xmlns="" id="{C7951A10-2837-4318-A755-0133ED86A7CB}"/>
              </a:ext>
            </a:extLst>
          </p:cNvPr>
          <p:cNvSpPr/>
          <p:nvPr/>
        </p:nvSpPr>
        <p:spPr>
          <a:xfrm>
            <a:off x="6795821" y="4579502"/>
            <a:ext cx="2216426" cy="395399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pivotResultCache</a:t>
            </a:r>
            <a:endParaRPr lang="en-US" sz="1400" dirty="0"/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req</a:t>
            </a:r>
            <a:r>
              <a:rPr lang="en-US" sz="1400" dirty="0"/>
              <a:t>, reply, mod)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xmlns="" id="{8827612E-FA41-44D3-835F-A2D6637586C1}"/>
              </a:ext>
            </a:extLst>
          </p:cNvPr>
          <p:cNvSpPr/>
          <p:nvPr/>
        </p:nvSpPr>
        <p:spPr>
          <a:xfrm>
            <a:off x="6181127" y="5442274"/>
            <a:ext cx="3151757" cy="35314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add </a:t>
            </a:r>
            <a:r>
              <a:rPr lang="en-US" sz="1600" dirty="0" err="1"/>
              <a:t>db</a:t>
            </a:r>
            <a:r>
              <a:rPr lang="en-US" sz="1600" dirty="0"/>
              <a:t> </a:t>
            </a:r>
            <a:r>
              <a:rPr lang="en-US" sz="1600" dirty="0" err="1"/>
              <a:t>resultset</a:t>
            </a:r>
            <a:r>
              <a:rPr lang="en-US" sz="1600" dirty="0"/>
              <a:t> to </a:t>
            </a:r>
            <a:r>
              <a:rPr lang="en-US" sz="1600" dirty="0" err="1"/>
              <a:t>redis</a:t>
            </a:r>
            <a:r>
              <a:rPr lang="en-US" sz="1600" dirty="0"/>
              <a:t> by key</a:t>
            </a:r>
          </a:p>
        </p:txBody>
      </p:sp>
      <p:sp>
        <p:nvSpPr>
          <p:cNvPr id="67" name="Double Brace 66">
            <a:extLst>
              <a:ext uri="{FF2B5EF4-FFF2-40B4-BE49-F238E27FC236}">
                <a16:creationId xmlns:a16="http://schemas.microsoft.com/office/drawing/2014/main" xmlns="" id="{D13D82CF-7246-4851-9FCB-20230E010B79}"/>
              </a:ext>
            </a:extLst>
          </p:cNvPr>
          <p:cNvSpPr/>
          <p:nvPr/>
        </p:nvSpPr>
        <p:spPr>
          <a:xfrm>
            <a:off x="6343374" y="5722820"/>
            <a:ext cx="2837110" cy="539967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redisMiddleware.rediscount</a:t>
            </a:r>
            <a:endParaRPr lang="en-US" sz="1400" dirty="0"/>
          </a:p>
          <a:p>
            <a:pPr algn="ctr"/>
            <a:r>
              <a:rPr lang="en-US" sz="1400" dirty="0"/>
              <a:t>(key, </a:t>
            </a:r>
            <a:r>
              <a:rPr lang="en-US" sz="1400" dirty="0" err="1"/>
              <a:t>JSON.stringify</a:t>
            </a:r>
            <a:r>
              <a:rPr lang="en-US" sz="1400" dirty="0"/>
              <a:t>(data))</a:t>
            </a:r>
          </a:p>
        </p:txBody>
      </p:sp>
      <p:sp>
        <p:nvSpPr>
          <p:cNvPr id="69" name="Double Brace 68">
            <a:extLst>
              <a:ext uri="{FF2B5EF4-FFF2-40B4-BE49-F238E27FC236}">
                <a16:creationId xmlns:a16="http://schemas.microsoft.com/office/drawing/2014/main" xmlns="" id="{CDDCE739-D42A-4E07-ACDD-0947A0AF14C8}"/>
              </a:ext>
            </a:extLst>
          </p:cNvPr>
          <p:cNvSpPr/>
          <p:nvPr/>
        </p:nvSpPr>
        <p:spPr>
          <a:xfrm>
            <a:off x="6770589" y="6453169"/>
            <a:ext cx="1896333" cy="27794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resolve(data)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xmlns="" id="{5FE3E2C8-B2F6-4A6A-A1D4-71FAD212D004}"/>
              </a:ext>
            </a:extLst>
          </p:cNvPr>
          <p:cNvCxnSpPr>
            <a:stCxn id="64" idx="2"/>
            <a:endCxn id="66" idx="0"/>
          </p:cNvCxnSpPr>
          <p:nvPr/>
        </p:nvCxnSpPr>
        <p:spPr>
          <a:xfrm rot="5400000">
            <a:off x="7596834" y="5135073"/>
            <a:ext cx="467373" cy="1470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Speech Bubble: Oval 75">
            <a:extLst>
              <a:ext uri="{FF2B5EF4-FFF2-40B4-BE49-F238E27FC236}">
                <a16:creationId xmlns:a16="http://schemas.microsoft.com/office/drawing/2014/main" xmlns="" id="{28BD1F15-A9F3-4DEA-B5C8-C8A6FBCD016B}"/>
              </a:ext>
            </a:extLst>
          </p:cNvPr>
          <p:cNvSpPr/>
          <p:nvPr/>
        </p:nvSpPr>
        <p:spPr>
          <a:xfrm>
            <a:off x="7321602" y="5074208"/>
            <a:ext cx="870805" cy="233888"/>
          </a:xfrm>
          <a:prstGeom prst="wedgeEllipseCallou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xmlns="" id="{4ABB42BC-666F-4E17-A26E-56136538ADF6}"/>
              </a:ext>
            </a:extLst>
          </p:cNvPr>
          <p:cNvCxnSpPr>
            <a:stCxn id="2" idx="3"/>
            <a:endCxn id="118" idx="1"/>
          </p:cNvCxnSpPr>
          <p:nvPr/>
        </p:nvCxnSpPr>
        <p:spPr>
          <a:xfrm>
            <a:off x="5387615" y="1107972"/>
            <a:ext cx="680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xmlns="" id="{554459D4-3756-4F54-98CC-CECA3D5D766A}"/>
              </a:ext>
            </a:extLst>
          </p:cNvPr>
          <p:cNvCxnSpPr>
            <a:stCxn id="28" idx="2"/>
            <a:endCxn id="27" idx="0"/>
          </p:cNvCxnSpPr>
          <p:nvPr/>
        </p:nvCxnSpPr>
        <p:spPr>
          <a:xfrm rot="16200000" flipH="1">
            <a:off x="1521922" y="2945052"/>
            <a:ext cx="178896" cy="17844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5317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53DAB604-2A9F-41D8-ADE8-B166102ECB55}"/>
              </a:ext>
            </a:extLst>
          </p:cNvPr>
          <p:cNvSpPr/>
          <p:nvPr/>
        </p:nvSpPr>
        <p:spPr>
          <a:xfrm>
            <a:off x="7881730" y="4198002"/>
            <a:ext cx="3582959" cy="23021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xmlns="" id="{C951C680-A02C-4910-8161-24AF13AB2CD9}"/>
              </a:ext>
            </a:extLst>
          </p:cNvPr>
          <p:cNvSpPr/>
          <p:nvPr/>
        </p:nvSpPr>
        <p:spPr>
          <a:xfrm>
            <a:off x="7757004" y="4224130"/>
            <a:ext cx="3861839" cy="23655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94476" y="1309834"/>
            <a:ext cx="11860050" cy="55020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228924" y="567009"/>
            <a:ext cx="3503489" cy="556076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Cache Operations Drilldown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2653" y="-20291"/>
            <a:ext cx="4624141" cy="50935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 fontScale="90000"/>
          </a:bodyPr>
          <a:lstStyle/>
          <a:p>
            <a:pPr algn="l"/>
            <a:r>
              <a:rPr lang="en-US" sz="2800" b="1" dirty="0">
                <a:solidFill>
                  <a:schemeClr val="accent1"/>
                </a:solidFill>
              </a:rPr>
              <a:t>API Cache Mechanism Drilldown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DEAC8F20-8C22-4925-9816-EED009D70FA9}"/>
              </a:ext>
            </a:extLst>
          </p:cNvPr>
          <p:cNvSpPr/>
          <p:nvPr/>
        </p:nvSpPr>
        <p:spPr>
          <a:xfrm>
            <a:off x="3793797" y="5491015"/>
            <a:ext cx="3430012" cy="39280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return </a:t>
            </a:r>
            <a:r>
              <a:rPr lang="en-US" sz="1600" dirty="0" err="1"/>
              <a:t>redis</a:t>
            </a:r>
            <a:r>
              <a:rPr lang="en-US" sz="1600" dirty="0"/>
              <a:t> result and set </a:t>
            </a:r>
            <a:r>
              <a:rPr lang="en-US" sz="1600" dirty="0" err="1"/>
              <a:t>icache</a:t>
            </a:r>
            <a:r>
              <a:rPr lang="en-US" sz="1600" dirty="0"/>
              <a:t> filter</a:t>
            </a:r>
          </a:p>
        </p:txBody>
      </p: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xmlns="" id="{A1379ED1-59E1-443C-A131-D5F4269463E6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1332221" y="2330590"/>
            <a:ext cx="653746" cy="1487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xmlns="" id="{E5C4727C-0CE4-423A-A637-6AD5F8C27F16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 rot="16200000" flipH="1">
            <a:off x="1063512" y="3773815"/>
            <a:ext cx="1457450" cy="1347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xmlns="" id="{2B8FA23D-B40B-4678-9E19-DA41FEB24DDF}"/>
              </a:ext>
            </a:extLst>
          </p:cNvPr>
          <p:cNvSpPr/>
          <p:nvPr/>
        </p:nvSpPr>
        <p:spPr>
          <a:xfrm>
            <a:off x="429629" y="2731831"/>
            <a:ext cx="2590429" cy="380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(data ===true)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xmlns="" id="{185B4EB8-5149-4A56-852C-8BC2D3327334}"/>
              </a:ext>
            </a:extLst>
          </p:cNvPr>
          <p:cNvSpPr/>
          <p:nvPr/>
        </p:nvSpPr>
        <p:spPr>
          <a:xfrm>
            <a:off x="228924" y="4569934"/>
            <a:ext cx="3261413" cy="5623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 </a:t>
            </a:r>
            <a:r>
              <a:rPr lang="en-US" sz="1400" dirty="0" err="1"/>
              <a:t>redis</a:t>
            </a:r>
            <a:r>
              <a:rPr lang="en-US" sz="1400" dirty="0"/>
              <a:t> result and set </a:t>
            </a:r>
            <a:r>
              <a:rPr lang="en-US" sz="1400" dirty="0" err="1"/>
              <a:t>icache</a:t>
            </a:r>
            <a:r>
              <a:rPr lang="en-US" sz="1400" dirty="0"/>
              <a:t> filter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xmlns="" id="{4560B357-545D-4928-8310-0EB8731706B8}"/>
              </a:ext>
            </a:extLst>
          </p:cNvPr>
          <p:cNvCxnSpPr>
            <a:cxnSpLocks/>
            <a:stCxn id="50" idx="3"/>
            <a:endCxn id="70" idx="1"/>
          </p:cNvCxnSpPr>
          <p:nvPr/>
        </p:nvCxnSpPr>
        <p:spPr>
          <a:xfrm>
            <a:off x="3020058" y="2922158"/>
            <a:ext cx="3056435" cy="263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Punched Tape 29">
            <a:extLst>
              <a:ext uri="{FF2B5EF4-FFF2-40B4-BE49-F238E27FC236}">
                <a16:creationId xmlns:a16="http://schemas.microsoft.com/office/drawing/2014/main" xmlns="" id="{EAF1684B-23D5-4AD8-ACF1-DB3E915CF180}"/>
              </a:ext>
            </a:extLst>
          </p:cNvPr>
          <p:cNvSpPr/>
          <p:nvPr/>
        </p:nvSpPr>
        <p:spPr>
          <a:xfrm>
            <a:off x="1344852" y="3602844"/>
            <a:ext cx="863780" cy="396299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68" name="Flowchart: Punched Tape 67">
            <a:extLst>
              <a:ext uri="{FF2B5EF4-FFF2-40B4-BE49-F238E27FC236}">
                <a16:creationId xmlns:a16="http://schemas.microsoft.com/office/drawing/2014/main" xmlns="" id="{5E1058B9-D93C-4BE5-9092-383729A5D538}"/>
              </a:ext>
            </a:extLst>
          </p:cNvPr>
          <p:cNvSpPr/>
          <p:nvPr/>
        </p:nvSpPr>
        <p:spPr>
          <a:xfrm>
            <a:off x="4132829" y="2698299"/>
            <a:ext cx="864704" cy="500321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xmlns="" id="{28B19D7C-1F6D-4858-B720-523A20E49AD6}"/>
              </a:ext>
            </a:extLst>
          </p:cNvPr>
          <p:cNvSpPr/>
          <p:nvPr/>
        </p:nvSpPr>
        <p:spPr>
          <a:xfrm>
            <a:off x="3793797" y="1130912"/>
            <a:ext cx="3963207" cy="291184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redisMiddleware.redisCount</a:t>
            </a:r>
            <a:r>
              <a:rPr lang="en-US" sz="1600" dirty="0"/>
              <a:t>(</a:t>
            </a:r>
            <a:r>
              <a:rPr lang="en-US" sz="1600" dirty="0" err="1"/>
              <a:t>key,val</a:t>
            </a:r>
            <a:r>
              <a:rPr lang="en-US" sz="1600" dirty="0"/>
              <a:t>)</a:t>
            </a:r>
          </a:p>
        </p:txBody>
      </p:sp>
      <p:sp>
        <p:nvSpPr>
          <p:cNvPr id="42" name="Speech Bubble: Oval 41">
            <a:extLst>
              <a:ext uri="{FF2B5EF4-FFF2-40B4-BE49-F238E27FC236}">
                <a16:creationId xmlns:a16="http://schemas.microsoft.com/office/drawing/2014/main" xmlns="" id="{2AED45B3-5424-47A7-84F5-20AA867F9EC9}"/>
              </a:ext>
            </a:extLst>
          </p:cNvPr>
          <p:cNvSpPr/>
          <p:nvPr/>
        </p:nvSpPr>
        <p:spPr>
          <a:xfrm>
            <a:off x="1223691" y="2246670"/>
            <a:ext cx="870805" cy="233888"/>
          </a:xfrm>
          <a:prstGeom prst="wedgeEllipseCallou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58" name="Double Brace 57">
            <a:extLst>
              <a:ext uri="{FF2B5EF4-FFF2-40B4-BE49-F238E27FC236}">
                <a16:creationId xmlns:a16="http://schemas.microsoft.com/office/drawing/2014/main" xmlns="" id="{30A9D69A-8C02-4DC5-A1CD-5AF0AB6AA384}"/>
              </a:ext>
            </a:extLst>
          </p:cNvPr>
          <p:cNvSpPr/>
          <p:nvPr/>
        </p:nvSpPr>
        <p:spPr>
          <a:xfrm>
            <a:off x="541032" y="5008874"/>
            <a:ext cx="2731798" cy="345585"/>
          </a:xfrm>
          <a:prstGeom prst="bracePair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resolve({ </a:t>
            </a:r>
            <a:r>
              <a:rPr lang="en-US" sz="1400" dirty="0" err="1"/>
              <a:t>val</a:t>
            </a:r>
            <a:r>
              <a:rPr lang="en-US" sz="1400" dirty="0"/>
              <a:t>: reply, </a:t>
            </a:r>
            <a:r>
              <a:rPr lang="en-US" sz="1400" dirty="0" err="1"/>
              <a:t>iscache</a:t>
            </a:r>
            <a:r>
              <a:rPr lang="en-US" sz="1400" dirty="0"/>
              <a:t>: true })</a:t>
            </a:r>
          </a:p>
        </p:txBody>
      </p:sp>
      <p:sp>
        <p:nvSpPr>
          <p:cNvPr id="64" name="Double Brace 63">
            <a:extLst>
              <a:ext uri="{FF2B5EF4-FFF2-40B4-BE49-F238E27FC236}">
                <a16:creationId xmlns:a16="http://schemas.microsoft.com/office/drawing/2014/main" xmlns="" id="{C7951A10-2837-4318-A755-0133ED86A7CB}"/>
              </a:ext>
            </a:extLst>
          </p:cNvPr>
          <p:cNvSpPr/>
          <p:nvPr/>
        </p:nvSpPr>
        <p:spPr>
          <a:xfrm>
            <a:off x="4122930" y="5821523"/>
            <a:ext cx="2994140" cy="330812"/>
          </a:xfrm>
          <a:prstGeom prst="bracePai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resolve({ </a:t>
            </a:r>
            <a:r>
              <a:rPr lang="en-US" sz="1400" dirty="0" err="1"/>
              <a:t>val</a:t>
            </a:r>
            <a:r>
              <a:rPr lang="en-US" sz="1400" dirty="0"/>
              <a:t>: reply, </a:t>
            </a:r>
            <a:r>
              <a:rPr lang="en-US" sz="1400" dirty="0" err="1"/>
              <a:t>iscache</a:t>
            </a:r>
            <a:r>
              <a:rPr lang="en-US" sz="1400" dirty="0"/>
              <a:t>: false })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xmlns="" id="{8827612E-FA41-44D3-835F-A2D6637586C1}"/>
              </a:ext>
            </a:extLst>
          </p:cNvPr>
          <p:cNvSpPr/>
          <p:nvPr/>
        </p:nvSpPr>
        <p:spPr>
          <a:xfrm>
            <a:off x="8066794" y="4543530"/>
            <a:ext cx="3151757" cy="35314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insert into </a:t>
            </a:r>
            <a:r>
              <a:rPr lang="en-US" sz="1400" dirty="0" err="1"/>
              <a:t>redis</a:t>
            </a:r>
            <a:r>
              <a:rPr lang="en-US" sz="1400" dirty="0"/>
              <a:t>  and set </a:t>
            </a:r>
            <a:r>
              <a:rPr lang="en-US" sz="1400" dirty="0" err="1"/>
              <a:t>icache</a:t>
            </a:r>
            <a:r>
              <a:rPr lang="en-US" sz="1400" dirty="0"/>
              <a:t> filter</a:t>
            </a:r>
          </a:p>
        </p:txBody>
      </p:sp>
      <p:sp>
        <p:nvSpPr>
          <p:cNvPr id="67" name="Double Brace 66">
            <a:extLst>
              <a:ext uri="{FF2B5EF4-FFF2-40B4-BE49-F238E27FC236}">
                <a16:creationId xmlns:a16="http://schemas.microsoft.com/office/drawing/2014/main" xmlns="" id="{D13D82CF-7246-4851-9FCB-20230E010B79}"/>
              </a:ext>
            </a:extLst>
          </p:cNvPr>
          <p:cNvSpPr/>
          <p:nvPr/>
        </p:nvSpPr>
        <p:spPr>
          <a:xfrm>
            <a:off x="8470997" y="4863073"/>
            <a:ext cx="2055191" cy="32543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redis.set</a:t>
            </a:r>
            <a:r>
              <a:rPr lang="en-US" sz="1400" dirty="0"/>
              <a:t>(keys, </a:t>
            </a:r>
            <a:r>
              <a:rPr lang="en-US" sz="1400" dirty="0" err="1"/>
              <a:t>val</a:t>
            </a:r>
            <a:r>
              <a:rPr lang="en-US" sz="1400" dirty="0"/>
              <a:t>)</a:t>
            </a:r>
          </a:p>
        </p:txBody>
      </p:sp>
      <p:sp>
        <p:nvSpPr>
          <p:cNvPr id="69" name="Double Brace 68">
            <a:extLst>
              <a:ext uri="{FF2B5EF4-FFF2-40B4-BE49-F238E27FC236}">
                <a16:creationId xmlns:a16="http://schemas.microsoft.com/office/drawing/2014/main" xmlns="" id="{CDDCE739-D42A-4E07-ACDD-0947A0AF14C8}"/>
              </a:ext>
            </a:extLst>
          </p:cNvPr>
          <p:cNvSpPr/>
          <p:nvPr/>
        </p:nvSpPr>
        <p:spPr>
          <a:xfrm>
            <a:off x="8272130" y="5328679"/>
            <a:ext cx="2452924" cy="358740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redis.expire</a:t>
            </a:r>
            <a:r>
              <a:rPr lang="en-US" sz="1400" dirty="0"/>
              <a:t>(keys, 9000)</a:t>
            </a:r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xmlns="" id="{83E4B928-ADAC-4FEE-A858-C2F810FC83C7}"/>
              </a:ext>
            </a:extLst>
          </p:cNvPr>
          <p:cNvSpPr/>
          <p:nvPr/>
        </p:nvSpPr>
        <p:spPr>
          <a:xfrm>
            <a:off x="654645" y="1767199"/>
            <a:ext cx="1860164" cy="310886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redis.get</a:t>
            </a:r>
            <a:r>
              <a:rPr lang="en-US" sz="1600" dirty="0"/>
              <a:t>(keys)</a:t>
            </a:r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xmlns="" id="{A28CD803-9BCB-47A4-869E-27E2A132B3BF}"/>
              </a:ext>
            </a:extLst>
          </p:cNvPr>
          <p:cNvSpPr/>
          <p:nvPr/>
        </p:nvSpPr>
        <p:spPr>
          <a:xfrm>
            <a:off x="2803349" y="1715978"/>
            <a:ext cx="3748709" cy="475638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 whether </a:t>
            </a:r>
            <a:r>
              <a:rPr lang="en-US" sz="1600" dirty="0" err="1"/>
              <a:t>redis</a:t>
            </a:r>
            <a:r>
              <a:rPr lang="en-US" sz="1600" dirty="0"/>
              <a:t> have </a:t>
            </a:r>
            <a:r>
              <a:rPr lang="en-US" sz="1600" dirty="0" err="1"/>
              <a:t>resultset</a:t>
            </a:r>
            <a:r>
              <a:rPr lang="en-US" sz="1600" dirty="0"/>
              <a:t> by key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xmlns="" id="{7F38BB4B-0E24-4287-ABA2-7CECB88F40D8}"/>
              </a:ext>
            </a:extLst>
          </p:cNvPr>
          <p:cNvSpPr/>
          <p:nvPr/>
        </p:nvSpPr>
        <p:spPr>
          <a:xfrm>
            <a:off x="6076493" y="2758132"/>
            <a:ext cx="2590429" cy="380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 (</a:t>
            </a:r>
            <a:r>
              <a:rPr lang="en-US" sz="1600" dirty="0" err="1"/>
              <a:t>val</a:t>
            </a:r>
            <a:r>
              <a:rPr lang="en-US" sz="1600" dirty="0"/>
              <a:t> === true)</a:t>
            </a:r>
          </a:p>
        </p:txBody>
      </p:sp>
      <p:sp>
        <p:nvSpPr>
          <p:cNvPr id="71" name="Flowchart: Alternate Process 70">
            <a:extLst>
              <a:ext uri="{FF2B5EF4-FFF2-40B4-BE49-F238E27FC236}">
                <a16:creationId xmlns:a16="http://schemas.microsoft.com/office/drawing/2014/main" xmlns="" id="{BFF85715-EB0C-4FA0-8C7E-E193FEEA787B}"/>
              </a:ext>
            </a:extLst>
          </p:cNvPr>
          <p:cNvSpPr/>
          <p:nvPr/>
        </p:nvSpPr>
        <p:spPr>
          <a:xfrm>
            <a:off x="2803349" y="1717795"/>
            <a:ext cx="3748709" cy="475638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 whether </a:t>
            </a:r>
            <a:r>
              <a:rPr lang="en-US" sz="1600" dirty="0" err="1"/>
              <a:t>redis</a:t>
            </a:r>
            <a:r>
              <a:rPr lang="en-US" sz="1600" dirty="0"/>
              <a:t> have </a:t>
            </a:r>
            <a:r>
              <a:rPr lang="en-US" sz="1600" dirty="0" err="1"/>
              <a:t>resultset</a:t>
            </a:r>
            <a:r>
              <a:rPr lang="en-US" sz="1600" dirty="0"/>
              <a:t> by key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xmlns="" id="{8834A715-40B9-474B-BCD4-AFFFF84098EA}"/>
              </a:ext>
            </a:extLst>
          </p:cNvPr>
          <p:cNvSpPr/>
          <p:nvPr/>
        </p:nvSpPr>
        <p:spPr>
          <a:xfrm>
            <a:off x="8852284" y="2293426"/>
            <a:ext cx="2955692" cy="876810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if you pass </a:t>
            </a:r>
            <a:r>
              <a:rPr lang="en-US" sz="1400" i="1" dirty="0" err="1"/>
              <a:t>val</a:t>
            </a:r>
            <a:r>
              <a:rPr lang="en-US" sz="1400" dirty="0"/>
              <a:t> as true in </a:t>
            </a:r>
            <a:r>
              <a:rPr lang="en-US" sz="1400" i="1" dirty="0" err="1"/>
              <a:t>redisCount</a:t>
            </a:r>
            <a:r>
              <a:rPr lang="en-US" sz="1400" dirty="0"/>
              <a:t> it will enable to fetching from </a:t>
            </a:r>
            <a:r>
              <a:rPr lang="en-US" sz="1400" dirty="0" err="1"/>
              <a:t>db</a:t>
            </a:r>
            <a:endParaRPr lang="en-US" sz="1400" dirty="0"/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xmlns="" id="{81E32292-7C99-4B12-BE5E-CB8345973149}"/>
              </a:ext>
            </a:extLst>
          </p:cNvPr>
          <p:cNvCxnSpPr>
            <a:cxnSpLocks/>
            <a:endCxn id="20" idx="0"/>
          </p:cNvCxnSpPr>
          <p:nvPr/>
        </p:nvCxnSpPr>
        <p:spPr>
          <a:xfrm rot="5400000">
            <a:off x="5264142" y="3383448"/>
            <a:ext cx="2352228" cy="1862906"/>
          </a:xfrm>
          <a:prstGeom prst="bentConnector3">
            <a:avLst>
              <a:gd name="adj1" fmla="val 3056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owchart: Punched Tape 86">
            <a:extLst>
              <a:ext uri="{FF2B5EF4-FFF2-40B4-BE49-F238E27FC236}">
                <a16:creationId xmlns:a16="http://schemas.microsoft.com/office/drawing/2014/main" xmlns="" id="{6A7D1B51-2FB7-45B3-BEC5-3BDBE6D5F353}"/>
              </a:ext>
            </a:extLst>
          </p:cNvPr>
          <p:cNvSpPr/>
          <p:nvPr/>
        </p:nvSpPr>
        <p:spPr>
          <a:xfrm>
            <a:off x="5160721" y="3688294"/>
            <a:ext cx="863780" cy="396299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105" name="Double Brace 104">
            <a:extLst>
              <a:ext uri="{FF2B5EF4-FFF2-40B4-BE49-F238E27FC236}">
                <a16:creationId xmlns:a16="http://schemas.microsoft.com/office/drawing/2014/main" xmlns="" id="{63AA22B2-4C0F-47E3-8E68-982C6C55B540}"/>
              </a:ext>
            </a:extLst>
          </p:cNvPr>
          <p:cNvSpPr/>
          <p:nvPr/>
        </p:nvSpPr>
        <p:spPr>
          <a:xfrm>
            <a:off x="8066794" y="5866341"/>
            <a:ext cx="2994140" cy="330812"/>
          </a:xfrm>
          <a:prstGeom prst="bracePai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resolve({ </a:t>
            </a:r>
            <a:r>
              <a:rPr lang="en-US" sz="1400" dirty="0" err="1"/>
              <a:t>val</a:t>
            </a:r>
            <a:r>
              <a:rPr lang="en-US" sz="1400" dirty="0"/>
              <a:t>: reply, </a:t>
            </a:r>
            <a:r>
              <a:rPr lang="en-US" sz="1400" dirty="0" err="1"/>
              <a:t>iscache</a:t>
            </a:r>
            <a:r>
              <a:rPr lang="en-US" sz="1400" dirty="0"/>
              <a:t>: false })</a:t>
            </a:r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3EF2EDB4-2A8E-4B09-BC2A-AE57D3F78D98}"/>
              </a:ext>
            </a:extLst>
          </p:cNvPr>
          <p:cNvCxnSpPr/>
          <p:nvPr/>
        </p:nvCxnSpPr>
        <p:spPr>
          <a:xfrm flipV="1">
            <a:off x="7371707" y="3876261"/>
            <a:ext cx="13067" cy="101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xmlns="" id="{418D18D7-38A9-4FE8-88E8-9AC30364C4C3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7330819" y="3852475"/>
            <a:ext cx="2311854" cy="69105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Flowchart: Punched Tape 115">
            <a:extLst>
              <a:ext uri="{FF2B5EF4-FFF2-40B4-BE49-F238E27FC236}">
                <a16:creationId xmlns:a16="http://schemas.microsoft.com/office/drawing/2014/main" xmlns="" id="{C655F285-06D4-4B6F-BEC9-7183572EA19D}"/>
              </a:ext>
            </a:extLst>
          </p:cNvPr>
          <p:cNvSpPr/>
          <p:nvPr/>
        </p:nvSpPr>
        <p:spPr>
          <a:xfrm>
            <a:off x="9116471" y="3632823"/>
            <a:ext cx="864704" cy="500321"/>
          </a:xfrm>
          <a:prstGeom prst="flowChartPunchedTap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xmlns="" val="1546956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77760" y="952190"/>
            <a:ext cx="11860050" cy="55020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123998" y="280299"/>
            <a:ext cx="3524106" cy="477382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Nodejs Web App  </a:t>
            </a:r>
            <a:r>
              <a:rPr lang="en-US" dirty="0" err="1"/>
              <a:t>Env</a:t>
            </a:r>
            <a:r>
              <a:rPr lang="en-US" dirty="0"/>
              <a:t> Release Mechanism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243" y="29540"/>
            <a:ext cx="6287756" cy="50935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</a:rPr>
              <a:t>Nodejs Web App  </a:t>
            </a:r>
            <a:r>
              <a:rPr lang="en-US" sz="2400" b="1" dirty="0" err="1">
                <a:solidFill>
                  <a:schemeClr val="accent1"/>
                </a:solidFill>
              </a:rPr>
              <a:t>Env</a:t>
            </a:r>
            <a:r>
              <a:rPr lang="en-US" sz="2400" b="1" dirty="0">
                <a:solidFill>
                  <a:schemeClr val="accent1"/>
                </a:solidFill>
              </a:rPr>
              <a:t> Release Mechanism </a:t>
            </a:r>
            <a:r>
              <a:rPr lang="en-US" sz="2400" b="1" dirty="0" err="1">
                <a:solidFill>
                  <a:schemeClr val="accent1"/>
                </a:solidFill>
              </a:rPr>
              <a:t>pt</a:t>
            </a:r>
            <a:r>
              <a:rPr lang="en-US" sz="2400" b="1" dirty="0">
                <a:solidFill>
                  <a:schemeClr val="accent1"/>
                </a:solidFill>
              </a:rPr>
              <a:t> 1</a:t>
            </a:r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3EF2EDB4-2A8E-4B09-BC2A-AE57D3F78D98}"/>
              </a:ext>
            </a:extLst>
          </p:cNvPr>
          <p:cNvCxnSpPr/>
          <p:nvPr/>
        </p:nvCxnSpPr>
        <p:spPr>
          <a:xfrm flipV="1">
            <a:off x="7371707" y="3876261"/>
            <a:ext cx="13067" cy="101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xmlns="" id="{B70A115A-695F-4F6E-96EA-316C7D87473D}"/>
              </a:ext>
            </a:extLst>
          </p:cNvPr>
          <p:cNvSpPr/>
          <p:nvPr/>
        </p:nvSpPr>
        <p:spPr>
          <a:xfrm>
            <a:off x="265605" y="1506246"/>
            <a:ext cx="11684360" cy="217502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xmlns="" id="{E5C4727C-0CE4-423A-A637-6AD5F8C27F16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 flipH="1" flipV="1">
            <a:off x="3312583" y="728276"/>
            <a:ext cx="246189" cy="2883823"/>
          </a:xfrm>
          <a:prstGeom prst="bentConnector4">
            <a:avLst>
              <a:gd name="adj1" fmla="val -92855"/>
              <a:gd name="adj2" fmla="val 724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xmlns="" id="{2B8FA23D-B40B-4678-9E19-DA41FEB24DDF}"/>
              </a:ext>
            </a:extLst>
          </p:cNvPr>
          <p:cNvSpPr/>
          <p:nvPr/>
        </p:nvSpPr>
        <p:spPr>
          <a:xfrm>
            <a:off x="698552" y="1912629"/>
            <a:ext cx="2590429" cy="380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if(</a:t>
            </a:r>
            <a:r>
              <a:rPr lang="en-US" sz="1600" dirty="0" err="1"/>
              <a:t>process.argv</a:t>
            </a:r>
            <a:r>
              <a:rPr lang="en-US" sz="1600" dirty="0"/>
              <a:t>[2]=="dev</a:t>
            </a:r>
            <a:r>
              <a:rPr lang="en-US" sz="1600" i="1" dirty="0"/>
              <a:t>"</a:t>
            </a:r>
            <a:r>
              <a:rPr lang="en-US" sz="1600" dirty="0"/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xmlns="" id="{185B4EB8-5149-4A56-852C-8BC2D3327334}"/>
              </a:ext>
            </a:extLst>
          </p:cNvPr>
          <p:cNvSpPr/>
          <p:nvPr/>
        </p:nvSpPr>
        <p:spPr>
          <a:xfrm>
            <a:off x="4877590" y="1744381"/>
            <a:ext cx="3184810" cy="65257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point the static directory to "public" for Development Mode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xmlns="" id="{4560B357-545D-4928-8310-0EB8731706B8}"/>
              </a:ext>
            </a:extLst>
          </p:cNvPr>
          <p:cNvCxnSpPr>
            <a:cxnSpLocks/>
            <a:stCxn id="50" idx="1"/>
            <a:endCxn id="47" idx="2"/>
          </p:cNvCxnSpPr>
          <p:nvPr/>
        </p:nvCxnSpPr>
        <p:spPr>
          <a:xfrm rot="10800000" flipH="1" flipV="1">
            <a:off x="698552" y="2102956"/>
            <a:ext cx="9518656" cy="295806"/>
          </a:xfrm>
          <a:prstGeom prst="bentConnector4">
            <a:avLst>
              <a:gd name="adj1" fmla="val -2402"/>
              <a:gd name="adj2" fmla="val 2579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Punched Tape 29">
            <a:extLst>
              <a:ext uri="{FF2B5EF4-FFF2-40B4-BE49-F238E27FC236}">
                <a16:creationId xmlns:a16="http://schemas.microsoft.com/office/drawing/2014/main" xmlns="" id="{EAF1684B-23D5-4AD8-ACF1-DB3E915CF180}"/>
              </a:ext>
            </a:extLst>
          </p:cNvPr>
          <p:cNvSpPr/>
          <p:nvPr/>
        </p:nvSpPr>
        <p:spPr>
          <a:xfrm>
            <a:off x="3648104" y="1903310"/>
            <a:ext cx="870362" cy="283477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xmlns="" id="{C04FDF2B-070C-4A66-A17E-EC6A1F547D2D}"/>
              </a:ext>
            </a:extLst>
          </p:cNvPr>
          <p:cNvSpPr/>
          <p:nvPr/>
        </p:nvSpPr>
        <p:spPr>
          <a:xfrm>
            <a:off x="8624803" y="1746192"/>
            <a:ext cx="3184810" cy="65257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point the static directory to "public-release" for Production Mode</a:t>
            </a:r>
          </a:p>
        </p:txBody>
      </p:sp>
      <p:sp>
        <p:nvSpPr>
          <p:cNvPr id="48" name="Double Brace 47">
            <a:extLst>
              <a:ext uri="{FF2B5EF4-FFF2-40B4-BE49-F238E27FC236}">
                <a16:creationId xmlns:a16="http://schemas.microsoft.com/office/drawing/2014/main" xmlns="" id="{5AF46618-34D2-4F0D-BF01-1E4711C5BD7A}"/>
              </a:ext>
            </a:extLst>
          </p:cNvPr>
          <p:cNvSpPr/>
          <p:nvPr/>
        </p:nvSpPr>
        <p:spPr>
          <a:xfrm>
            <a:off x="9749609" y="2331156"/>
            <a:ext cx="1516149" cy="262116"/>
          </a:xfrm>
          <a:prstGeom prst="bracePair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/>
              <a:t>"/public-release"</a:t>
            </a: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xmlns="" id="{28B19D7C-1F6D-4858-B720-523A20E49AD6}"/>
              </a:ext>
            </a:extLst>
          </p:cNvPr>
          <p:cNvSpPr/>
          <p:nvPr/>
        </p:nvSpPr>
        <p:spPr>
          <a:xfrm>
            <a:off x="371646" y="1326805"/>
            <a:ext cx="2328707" cy="278598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App.js</a:t>
            </a:r>
          </a:p>
        </p:txBody>
      </p:sp>
      <p:sp>
        <p:nvSpPr>
          <p:cNvPr id="58" name="Double Brace 57">
            <a:extLst>
              <a:ext uri="{FF2B5EF4-FFF2-40B4-BE49-F238E27FC236}">
                <a16:creationId xmlns:a16="http://schemas.microsoft.com/office/drawing/2014/main" xmlns="" id="{30A9D69A-8C02-4DC5-A1CD-5AF0AB6AA384}"/>
              </a:ext>
            </a:extLst>
          </p:cNvPr>
          <p:cNvSpPr/>
          <p:nvPr/>
        </p:nvSpPr>
        <p:spPr>
          <a:xfrm>
            <a:off x="6186859" y="2349356"/>
            <a:ext cx="1006488" cy="260702"/>
          </a:xfrm>
          <a:prstGeom prst="bracePair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/>
              <a:t>"/public"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0223DCA2-860E-4A8A-8D2C-4802A861C0F8}"/>
              </a:ext>
            </a:extLst>
          </p:cNvPr>
          <p:cNvSpPr/>
          <p:nvPr/>
        </p:nvSpPr>
        <p:spPr>
          <a:xfrm>
            <a:off x="215909" y="4094567"/>
            <a:ext cx="11684360" cy="1747539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Diagonal Corners Rounded 82">
            <a:extLst>
              <a:ext uri="{FF2B5EF4-FFF2-40B4-BE49-F238E27FC236}">
                <a16:creationId xmlns:a16="http://schemas.microsoft.com/office/drawing/2014/main" xmlns="" id="{B32F8A78-F105-4751-A6AF-BC7D7CEFD8C2}"/>
              </a:ext>
            </a:extLst>
          </p:cNvPr>
          <p:cNvSpPr/>
          <p:nvPr/>
        </p:nvSpPr>
        <p:spPr>
          <a:xfrm>
            <a:off x="394837" y="3880269"/>
            <a:ext cx="2328707" cy="278598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Routes/module.js</a:t>
            </a:r>
            <a:endParaRPr lang="en-US" sz="1600" dirty="0"/>
          </a:p>
        </p:txBody>
      </p: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xmlns="" id="{397DAE9D-7F6B-4EB6-BEF2-AEDCE283AB13}"/>
              </a:ext>
            </a:extLst>
          </p:cNvPr>
          <p:cNvSpPr/>
          <p:nvPr/>
        </p:nvSpPr>
        <p:spPr>
          <a:xfrm>
            <a:off x="517280" y="4318404"/>
            <a:ext cx="1426790" cy="380703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ejs</a:t>
            </a:r>
            <a:r>
              <a:rPr lang="en-US" sz="1600" dirty="0"/>
              <a:t> render call</a:t>
            </a:r>
          </a:p>
        </p:txBody>
      </p:sp>
      <p:sp>
        <p:nvSpPr>
          <p:cNvPr id="85" name="Double Brace 84">
            <a:extLst>
              <a:ext uri="{FF2B5EF4-FFF2-40B4-BE49-F238E27FC236}">
                <a16:creationId xmlns:a16="http://schemas.microsoft.com/office/drawing/2014/main" xmlns="" id="{7CBC417B-BEF0-4557-BE56-3384A25C1670}"/>
              </a:ext>
            </a:extLst>
          </p:cNvPr>
          <p:cNvSpPr/>
          <p:nvPr/>
        </p:nvSpPr>
        <p:spPr>
          <a:xfrm>
            <a:off x="648856" y="4791769"/>
            <a:ext cx="6227177" cy="41693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/>
              <a:t>let </a:t>
            </a:r>
            <a:r>
              <a:rPr lang="en-US" sz="1400" dirty="0" err="1"/>
              <a:t>ejsRelease</a:t>
            </a:r>
            <a:r>
              <a:rPr lang="en-US" sz="1400" dirty="0"/>
              <a:t>=(</a:t>
            </a:r>
            <a:r>
              <a:rPr lang="en-US" sz="1400" dirty="0" err="1"/>
              <a:t>request.session</a:t>
            </a:r>
            <a:r>
              <a:rPr lang="en-US" sz="1400" dirty="0"/>
              <a:t>["</a:t>
            </a:r>
            <a:r>
              <a:rPr lang="en-US" sz="1400" dirty="0" err="1"/>
              <a:t>releaseEnv</a:t>
            </a:r>
            <a:r>
              <a:rPr lang="en-US" sz="1400" dirty="0"/>
              <a:t>"] == "public-release" ? '-release' : '')</a:t>
            </a:r>
          </a:p>
        </p:txBody>
      </p:sp>
      <p:sp>
        <p:nvSpPr>
          <p:cNvPr id="86" name="Double Brace 85">
            <a:extLst>
              <a:ext uri="{FF2B5EF4-FFF2-40B4-BE49-F238E27FC236}">
                <a16:creationId xmlns:a16="http://schemas.microsoft.com/office/drawing/2014/main" xmlns="" id="{07738D60-1309-4364-A68E-83D27730A0CB}"/>
              </a:ext>
            </a:extLst>
          </p:cNvPr>
          <p:cNvSpPr/>
          <p:nvPr/>
        </p:nvSpPr>
        <p:spPr>
          <a:xfrm>
            <a:off x="648856" y="5283375"/>
            <a:ext cx="5324561" cy="338623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/>
              <a:t>reply.view</a:t>
            </a:r>
            <a:r>
              <a:rPr lang="en-US" sz="1400" dirty="0"/>
              <a:t>(${</a:t>
            </a:r>
            <a:r>
              <a:rPr lang="en-US" sz="1400" dirty="0" err="1"/>
              <a:t>mod.Name</a:t>
            </a:r>
            <a:r>
              <a:rPr lang="en-US" sz="1400" dirty="0"/>
              <a:t>}/${</a:t>
            </a:r>
            <a:r>
              <a:rPr lang="en-US" sz="1400" dirty="0" err="1"/>
              <a:t>mod.Name</a:t>
            </a:r>
            <a:r>
              <a:rPr lang="en-US" sz="1400" dirty="0"/>
              <a:t>}${</a:t>
            </a:r>
            <a:r>
              <a:rPr lang="en-US" sz="1400" dirty="0" err="1"/>
              <a:t>ejsRelease</a:t>
            </a:r>
            <a:r>
              <a:rPr lang="en-US" sz="1400" dirty="0"/>
              <a:t>}.</a:t>
            </a:r>
            <a:r>
              <a:rPr lang="en-US" sz="1400" dirty="0" err="1"/>
              <a:t>ejs,options</a:t>
            </a:r>
            <a:r>
              <a:rPr lang="en-US" sz="1400" dirty="0"/>
              <a:t>)</a:t>
            </a:r>
          </a:p>
        </p:txBody>
      </p:sp>
      <p:sp>
        <p:nvSpPr>
          <p:cNvPr id="88" name="Flowchart: Alternate Process 87">
            <a:extLst>
              <a:ext uri="{FF2B5EF4-FFF2-40B4-BE49-F238E27FC236}">
                <a16:creationId xmlns:a16="http://schemas.microsoft.com/office/drawing/2014/main" xmlns="" id="{09112D9F-48BD-4807-9A80-5F9F647AE7D4}"/>
              </a:ext>
            </a:extLst>
          </p:cNvPr>
          <p:cNvSpPr/>
          <p:nvPr/>
        </p:nvSpPr>
        <p:spPr>
          <a:xfrm>
            <a:off x="7676767" y="4199796"/>
            <a:ext cx="4083150" cy="757728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Get Session </a:t>
            </a:r>
            <a:r>
              <a:rPr lang="en-US" sz="1600" dirty="0" err="1"/>
              <a:t>releaseENV</a:t>
            </a:r>
            <a:r>
              <a:rPr lang="en-US" sz="1600" dirty="0"/>
              <a:t> which has either Dev or Prod mode and render the </a:t>
            </a:r>
            <a:r>
              <a:rPr lang="en-US" sz="1600" dirty="0" err="1"/>
              <a:t>ejs</a:t>
            </a:r>
            <a:r>
              <a:rPr lang="en-US" sz="1600" dirty="0"/>
              <a:t> accordingly</a:t>
            </a:r>
          </a:p>
        </p:txBody>
      </p:sp>
      <p:sp>
        <p:nvSpPr>
          <p:cNvPr id="90" name="Flowchart: Alternate Process 89">
            <a:extLst>
              <a:ext uri="{FF2B5EF4-FFF2-40B4-BE49-F238E27FC236}">
                <a16:creationId xmlns:a16="http://schemas.microsoft.com/office/drawing/2014/main" xmlns="" id="{6F8BAC3C-5E60-4233-955A-435E4D3BEA91}"/>
              </a:ext>
            </a:extLst>
          </p:cNvPr>
          <p:cNvSpPr/>
          <p:nvPr/>
        </p:nvSpPr>
        <p:spPr>
          <a:xfrm>
            <a:off x="517280" y="3106718"/>
            <a:ext cx="5903398" cy="451269"/>
          </a:xfrm>
          <a:prstGeom prst="flowChartAlternateProcess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Set </a:t>
            </a:r>
            <a:r>
              <a:rPr lang="en-US" sz="1600" dirty="0" err="1">
                <a:solidFill>
                  <a:schemeClr val="tx1"/>
                </a:solidFill>
              </a:rPr>
              <a:t>Sesssion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releaseENV</a:t>
            </a:r>
            <a:r>
              <a:rPr lang="en-US" sz="1600" dirty="0">
                <a:solidFill>
                  <a:schemeClr val="tx1"/>
                </a:solidFill>
              </a:rPr>
              <a:t> according to </a:t>
            </a:r>
            <a:r>
              <a:rPr lang="en-US" sz="1600" i="1" dirty="0" err="1">
                <a:solidFill>
                  <a:schemeClr val="tx1"/>
                </a:solidFill>
              </a:rPr>
              <a:t>process.argv</a:t>
            </a:r>
            <a:r>
              <a:rPr lang="en-US" sz="1600" i="1" dirty="0">
                <a:solidFill>
                  <a:schemeClr val="tx1"/>
                </a:solidFill>
              </a:rPr>
              <a:t>[2] -</a:t>
            </a:r>
            <a:r>
              <a:rPr lang="en-US" sz="1600" dirty="0">
                <a:solidFill>
                  <a:schemeClr val="tx1"/>
                </a:solidFill>
              </a:rPr>
              <a:t>Dev/Prod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xmlns="" id="{002CB69E-CE25-4587-B3E8-949C78ADF1D7}"/>
              </a:ext>
            </a:extLst>
          </p:cNvPr>
          <p:cNvSpPr/>
          <p:nvPr/>
        </p:nvSpPr>
        <p:spPr>
          <a:xfrm>
            <a:off x="1074463" y="2602781"/>
            <a:ext cx="2982780" cy="380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else if(</a:t>
            </a:r>
            <a:r>
              <a:rPr lang="en-US" sz="1600" dirty="0" err="1"/>
              <a:t>process.argv</a:t>
            </a:r>
            <a:r>
              <a:rPr lang="en-US" sz="1600" dirty="0"/>
              <a:t>[2]==“prod</a:t>
            </a:r>
            <a:r>
              <a:rPr lang="en-US" sz="1600" i="1" dirty="0"/>
              <a:t>"</a:t>
            </a:r>
            <a:r>
              <a:rPr lang="en-US" sz="1600" dirty="0"/>
              <a:t>)</a:t>
            </a:r>
          </a:p>
        </p:txBody>
      </p:sp>
      <p:sp>
        <p:nvSpPr>
          <p:cNvPr id="27" name="Flowchart: Punched Tape 26">
            <a:extLst>
              <a:ext uri="{FF2B5EF4-FFF2-40B4-BE49-F238E27FC236}">
                <a16:creationId xmlns:a16="http://schemas.microsoft.com/office/drawing/2014/main" xmlns="" id="{E7BCB7D7-23A2-4ADB-A02F-97691D0CDF05}"/>
              </a:ext>
            </a:extLst>
          </p:cNvPr>
          <p:cNvSpPr/>
          <p:nvPr/>
        </p:nvSpPr>
        <p:spPr>
          <a:xfrm>
            <a:off x="8062400" y="2716842"/>
            <a:ext cx="870362" cy="283477"/>
          </a:xfrm>
          <a:prstGeom prst="flowChartPunchedTape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true</a:t>
            </a:r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xmlns="" id="{6B3FA10D-363A-46B3-AF62-BADD3DDBE30A}"/>
              </a:ext>
            </a:extLst>
          </p:cNvPr>
          <p:cNvSpPr/>
          <p:nvPr/>
        </p:nvSpPr>
        <p:spPr>
          <a:xfrm>
            <a:off x="2988951" y="1310497"/>
            <a:ext cx="2328707" cy="278598"/>
          </a:xfrm>
          <a:prstGeom prst="round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npm</a:t>
            </a:r>
            <a:r>
              <a:rPr lang="en-US" sz="1600" dirty="0"/>
              <a:t> run app-dev</a:t>
            </a:r>
          </a:p>
        </p:txBody>
      </p:sp>
      <p:sp>
        <p:nvSpPr>
          <p:cNvPr id="32" name="Rectangle: Diagonal Corners Rounded 31">
            <a:extLst>
              <a:ext uri="{FF2B5EF4-FFF2-40B4-BE49-F238E27FC236}">
                <a16:creationId xmlns:a16="http://schemas.microsoft.com/office/drawing/2014/main" xmlns="" id="{F42620B0-FC7C-4732-B866-523B76F25CA1}"/>
              </a:ext>
            </a:extLst>
          </p:cNvPr>
          <p:cNvSpPr/>
          <p:nvPr/>
        </p:nvSpPr>
        <p:spPr>
          <a:xfrm>
            <a:off x="5733693" y="1336458"/>
            <a:ext cx="2328707" cy="278598"/>
          </a:xfrm>
          <a:prstGeom prst="round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npm</a:t>
            </a:r>
            <a:r>
              <a:rPr lang="en-US" sz="1600" dirty="0"/>
              <a:t> </a:t>
            </a:r>
            <a:r>
              <a:rPr lang="en-US" sz="1600"/>
              <a:t>run app-prod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2786317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77760" y="952190"/>
            <a:ext cx="11860050" cy="55020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123997" y="280298"/>
            <a:ext cx="3603177" cy="553284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Nodejs Web App  </a:t>
            </a:r>
            <a:r>
              <a:rPr lang="en-US" dirty="0" err="1"/>
              <a:t>Env</a:t>
            </a:r>
            <a:r>
              <a:rPr lang="en-US" dirty="0"/>
              <a:t> Release Mechanism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634" y="105522"/>
            <a:ext cx="6287756" cy="50935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</a:rPr>
              <a:t>Nodejs Web App  </a:t>
            </a:r>
            <a:r>
              <a:rPr lang="en-US" sz="2400" b="1" dirty="0" err="1">
                <a:solidFill>
                  <a:schemeClr val="accent1"/>
                </a:solidFill>
              </a:rPr>
              <a:t>Env</a:t>
            </a:r>
            <a:r>
              <a:rPr lang="en-US" sz="2400" b="1" dirty="0">
                <a:solidFill>
                  <a:schemeClr val="accent1"/>
                </a:solidFill>
              </a:rPr>
              <a:t> Release Mechanism </a:t>
            </a:r>
            <a:r>
              <a:rPr lang="en-US" sz="2400" b="1" dirty="0" err="1">
                <a:solidFill>
                  <a:schemeClr val="accent1"/>
                </a:solidFill>
              </a:rPr>
              <a:t>pt</a:t>
            </a:r>
            <a:r>
              <a:rPr lang="en-US" sz="2400" b="1" dirty="0">
                <a:solidFill>
                  <a:schemeClr val="accent1"/>
                </a:solidFill>
              </a:rPr>
              <a:t> 2</a:t>
            </a:r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3EF2EDB4-2A8E-4B09-BC2A-AE57D3F78D98}"/>
              </a:ext>
            </a:extLst>
          </p:cNvPr>
          <p:cNvCxnSpPr/>
          <p:nvPr/>
        </p:nvCxnSpPr>
        <p:spPr>
          <a:xfrm flipV="1">
            <a:off x="7371707" y="3876261"/>
            <a:ext cx="13067" cy="101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0223DCA2-860E-4A8A-8D2C-4802A861C0F8}"/>
              </a:ext>
            </a:extLst>
          </p:cNvPr>
          <p:cNvSpPr/>
          <p:nvPr/>
        </p:nvSpPr>
        <p:spPr>
          <a:xfrm>
            <a:off x="265605" y="1511879"/>
            <a:ext cx="11684360" cy="174753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Diagonal Corners Rounded 82">
            <a:extLst>
              <a:ext uri="{FF2B5EF4-FFF2-40B4-BE49-F238E27FC236}">
                <a16:creationId xmlns:a16="http://schemas.microsoft.com/office/drawing/2014/main" xmlns="" id="{B32F8A78-F105-4751-A6AF-BC7D7CEFD8C2}"/>
              </a:ext>
            </a:extLst>
          </p:cNvPr>
          <p:cNvSpPr/>
          <p:nvPr/>
        </p:nvSpPr>
        <p:spPr>
          <a:xfrm>
            <a:off x="444533" y="1343316"/>
            <a:ext cx="2775745" cy="319527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Routes/module-</a:t>
            </a:r>
            <a:r>
              <a:rPr lang="en-US" sz="1600" b="1" dirty="0" err="1"/>
              <a:t>release.ejs</a:t>
            </a:r>
            <a:endParaRPr lang="en-US" sz="1600" dirty="0"/>
          </a:p>
        </p:txBody>
      </p: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xmlns="" id="{397DAE9D-7F6B-4EB6-BEF2-AEDCE283AB13}"/>
              </a:ext>
            </a:extLst>
          </p:cNvPr>
          <p:cNvSpPr/>
          <p:nvPr/>
        </p:nvSpPr>
        <p:spPr>
          <a:xfrm>
            <a:off x="522469" y="1781451"/>
            <a:ext cx="6251269" cy="1140653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Client JS will follow </a:t>
            </a:r>
            <a:r>
              <a:rPr lang="en-US" sz="1600" dirty="0" err="1"/>
              <a:t>fastify</a:t>
            </a:r>
            <a:r>
              <a:rPr lang="en-US" sz="1600" dirty="0"/>
              <a:t> static routes so no code change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internal html components points to 'public-release’.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Since </a:t>
            </a:r>
            <a:r>
              <a:rPr lang="en-US" sz="1600" dirty="0" err="1"/>
              <a:t>ejs</a:t>
            </a:r>
            <a:r>
              <a:rPr lang="en-US" sz="1600" dirty="0"/>
              <a:t> does not follow </a:t>
            </a:r>
            <a:r>
              <a:rPr lang="en-US" sz="1600" dirty="0" err="1"/>
              <a:t>fastify</a:t>
            </a:r>
            <a:r>
              <a:rPr lang="en-US" sz="1600" dirty="0"/>
              <a:t> static routes.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1" name="Double Brace 30">
            <a:extLst>
              <a:ext uri="{FF2B5EF4-FFF2-40B4-BE49-F238E27FC236}">
                <a16:creationId xmlns:a16="http://schemas.microsoft.com/office/drawing/2014/main" xmlns="" id="{A1DBEE73-7CBB-446C-8D98-3778364C1B64}"/>
              </a:ext>
            </a:extLst>
          </p:cNvPr>
          <p:cNvSpPr/>
          <p:nvPr/>
        </p:nvSpPr>
        <p:spPr>
          <a:xfrm>
            <a:off x="6861583" y="2303400"/>
            <a:ext cx="4751564" cy="483598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/>
              <a:t>e.g</a:t>
            </a:r>
            <a:r>
              <a:rPr lang="en-US" sz="1400" dirty="0"/>
              <a:t> </a:t>
            </a:r>
          </a:p>
          <a:p>
            <a:r>
              <a:rPr lang="en-US" sz="1400" dirty="0"/>
              <a:t>&lt;%- include('../../public-release/components/a.html'); %&gt;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xmlns="" id="{F3F88BA8-22B2-4AAD-AE21-6558048A2F0C}"/>
              </a:ext>
            </a:extLst>
          </p:cNvPr>
          <p:cNvSpPr/>
          <p:nvPr/>
        </p:nvSpPr>
        <p:spPr>
          <a:xfrm>
            <a:off x="264991" y="3672714"/>
            <a:ext cx="11684360" cy="174753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xmlns="" id="{B86F03ED-C3AF-488B-A82D-F7F56A3C7F7B}"/>
              </a:ext>
            </a:extLst>
          </p:cNvPr>
          <p:cNvSpPr/>
          <p:nvPr/>
        </p:nvSpPr>
        <p:spPr>
          <a:xfrm>
            <a:off x="443919" y="3504151"/>
            <a:ext cx="2775745" cy="319527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Utils</a:t>
            </a:r>
            <a:r>
              <a:rPr lang="en-US" sz="1600" b="1" dirty="0"/>
              <a:t>/minifier.js</a:t>
            </a:r>
            <a:endParaRPr lang="en-US" sz="1600" dirty="0"/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xmlns="" id="{8C6B6CD8-347A-444E-9430-94AAE41D75FB}"/>
              </a:ext>
            </a:extLst>
          </p:cNvPr>
          <p:cNvSpPr/>
          <p:nvPr/>
        </p:nvSpPr>
        <p:spPr>
          <a:xfrm>
            <a:off x="521855" y="3942286"/>
            <a:ext cx="6251269" cy="1140653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minify all custom functional JS to public-release </a:t>
            </a:r>
            <a:r>
              <a:rPr lang="en-US" sz="1600" b="1" dirty="0"/>
              <a:t>structures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minify all CSS to </a:t>
            </a:r>
            <a:r>
              <a:rPr lang="en-US" sz="1600" i="1" dirty="0"/>
              <a:t>public-release</a:t>
            </a:r>
            <a:r>
              <a:rPr lang="en-US" sz="1600" dirty="0"/>
              <a:t> structures</a:t>
            </a:r>
          </a:p>
        </p:txBody>
      </p:sp>
      <p:sp>
        <p:nvSpPr>
          <p:cNvPr id="35" name="Double Brace 34">
            <a:extLst>
              <a:ext uri="{FF2B5EF4-FFF2-40B4-BE49-F238E27FC236}">
                <a16:creationId xmlns:a16="http://schemas.microsoft.com/office/drawing/2014/main" xmlns="" id="{EF49F284-F771-4AE1-8CBD-C0A029806A15}"/>
              </a:ext>
            </a:extLst>
          </p:cNvPr>
          <p:cNvSpPr/>
          <p:nvPr/>
        </p:nvSpPr>
        <p:spPr>
          <a:xfrm>
            <a:off x="7056926" y="3820617"/>
            <a:ext cx="4678638" cy="566017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i="1" dirty="0"/>
              <a:t>JS</a:t>
            </a:r>
            <a:r>
              <a:rPr lang="en-US" sz="1400" dirty="0"/>
              <a:t> -&gt;input: ['../../public/admin/</a:t>
            </a:r>
            <a:r>
              <a:rPr lang="en-US" sz="1400" dirty="0" err="1"/>
              <a:t>js</a:t>
            </a:r>
            <a:r>
              <a:rPr lang="en-US" sz="1400" dirty="0"/>
              <a:t>/app/</a:t>
            </a:r>
            <a:r>
              <a:rPr lang="en-US" sz="1400" dirty="0" err="1"/>
              <a:t>basereporting</a:t>
            </a:r>
            <a:r>
              <a:rPr lang="en-US" sz="1400" dirty="0"/>
              <a:t>/</a:t>
            </a:r>
            <a:r>
              <a:rPr lang="en-US" sz="1400" i="1" dirty="0"/>
              <a:t>.</a:t>
            </a:r>
            <a:r>
              <a:rPr lang="en-US" sz="1400" i="1" dirty="0" err="1"/>
              <a:t>js</a:t>
            </a:r>
            <a:r>
              <a:rPr lang="en-US" sz="1400" i="1" dirty="0"/>
              <a:t>'],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i="1" dirty="0"/>
              <a:t>output: '../../public-release/release/consolidated-custom.js', </a:t>
            </a:r>
            <a:endParaRPr lang="en-US" sz="1400" dirty="0"/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xmlns="" id="{533B387F-616B-4999-917F-81D8268EB793}"/>
              </a:ext>
            </a:extLst>
          </p:cNvPr>
          <p:cNvSpPr/>
          <p:nvPr/>
        </p:nvSpPr>
        <p:spPr>
          <a:xfrm>
            <a:off x="7067065" y="4520390"/>
            <a:ext cx="4678638" cy="566017"/>
          </a:xfrm>
          <a:prstGeom prst="bracePair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i="1" dirty="0"/>
              <a:t>CSS-&gt;input: ['../../public/</a:t>
            </a:r>
            <a:r>
              <a:rPr lang="en-US" sz="1400" i="1" dirty="0" err="1"/>
              <a:t>vdashboard</a:t>
            </a:r>
            <a:r>
              <a:rPr lang="en-US" sz="1400" i="1" dirty="0"/>
              <a:t>/</a:t>
            </a:r>
            <a:r>
              <a:rPr lang="en-US" sz="1400" i="1" dirty="0" err="1"/>
              <a:t>dist</a:t>
            </a:r>
            <a:r>
              <a:rPr lang="en-US" sz="1400" i="1" dirty="0"/>
              <a:t>/</a:t>
            </a:r>
            <a:r>
              <a:rPr lang="en-US" sz="1400" i="1" dirty="0" err="1"/>
              <a:t>css</a:t>
            </a:r>
            <a:r>
              <a:rPr lang="en-US" sz="1400" i="1" dirty="0"/>
              <a:t>/</a:t>
            </a:r>
            <a:r>
              <a:rPr lang="en-US" sz="1400" dirty="0"/>
              <a:t>.</a:t>
            </a:r>
            <a:r>
              <a:rPr lang="en-US" sz="1400" dirty="0" err="1"/>
              <a:t>css</a:t>
            </a:r>
            <a:r>
              <a:rPr lang="en-US" sz="1400" dirty="0"/>
              <a:t>'],</a:t>
            </a:r>
            <a:br>
              <a:rPr lang="en-US" sz="1400" dirty="0"/>
            </a:br>
            <a:r>
              <a:rPr lang="en-US" sz="1400" dirty="0"/>
              <a:t>output: '../../public-release/release/one.css'</a:t>
            </a:r>
          </a:p>
        </p:txBody>
      </p:sp>
    </p:spTree>
    <p:extLst>
      <p:ext uri="{BB962C8B-B14F-4D97-AF65-F5344CB8AC3E}">
        <p14:creationId xmlns:p14="http://schemas.microsoft.com/office/powerpoint/2010/main" xmlns="" val="3599652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77760" y="952190"/>
            <a:ext cx="11860050" cy="55020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123998" y="280299"/>
            <a:ext cx="3524106" cy="477382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Nodejs Web Release App</a:t>
            </a:r>
          </a:p>
        </p:txBody>
      </p:sp>
      <p:sp>
        <p:nvSpPr>
          <p:cNvPr id="296" name="Title 1">
            <a:extLst>
              <a:ext uri="{FF2B5EF4-FFF2-40B4-BE49-F238E27FC236}">
                <a16:creationId xmlns:a16="http://schemas.microsoft.com/office/drawing/2014/main" xmlns="" id="{F52D9028-FEFB-4937-8FF0-0B6675C55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4608" y="29540"/>
            <a:ext cx="6287756" cy="50935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r>
              <a:rPr lang="en-US" sz="2400" b="1" dirty="0"/>
              <a:t>How to Release Node.js App</a:t>
            </a:r>
            <a:endParaRPr lang="en-US" sz="2400" dirty="0"/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3EF2EDB4-2A8E-4B09-BC2A-AE57D3F78D98}"/>
              </a:ext>
            </a:extLst>
          </p:cNvPr>
          <p:cNvCxnSpPr/>
          <p:nvPr/>
        </p:nvCxnSpPr>
        <p:spPr>
          <a:xfrm flipV="1">
            <a:off x="7371707" y="3876261"/>
            <a:ext cx="13067" cy="101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xmlns="" id="{0223DCA2-860E-4A8A-8D2C-4802A861C0F8}"/>
              </a:ext>
            </a:extLst>
          </p:cNvPr>
          <p:cNvSpPr/>
          <p:nvPr/>
        </p:nvSpPr>
        <p:spPr>
          <a:xfrm>
            <a:off x="265605" y="1511880"/>
            <a:ext cx="11684360" cy="9986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Diagonal Corners Rounded 82">
            <a:extLst>
              <a:ext uri="{FF2B5EF4-FFF2-40B4-BE49-F238E27FC236}">
                <a16:creationId xmlns:a16="http://schemas.microsoft.com/office/drawing/2014/main" xmlns="" id="{B32F8A78-F105-4751-A6AF-BC7D7CEFD8C2}"/>
              </a:ext>
            </a:extLst>
          </p:cNvPr>
          <p:cNvSpPr/>
          <p:nvPr/>
        </p:nvSpPr>
        <p:spPr>
          <a:xfrm>
            <a:off x="444533" y="1343316"/>
            <a:ext cx="2775745" cy="319527"/>
          </a:xfrm>
          <a:prstGeom prst="round2DiagRect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npm</a:t>
            </a:r>
            <a:r>
              <a:rPr lang="en-US" sz="1600" b="1" dirty="0"/>
              <a:t> run minify</a:t>
            </a:r>
            <a:endParaRPr lang="en-US" sz="1600" dirty="0"/>
          </a:p>
        </p:txBody>
      </p:sp>
      <p:sp>
        <p:nvSpPr>
          <p:cNvPr id="84" name="Flowchart: Alternate Process 83">
            <a:extLst>
              <a:ext uri="{FF2B5EF4-FFF2-40B4-BE49-F238E27FC236}">
                <a16:creationId xmlns:a16="http://schemas.microsoft.com/office/drawing/2014/main" xmlns="" id="{397DAE9D-7F6B-4EB6-BEF2-AEDCE283AB13}"/>
              </a:ext>
            </a:extLst>
          </p:cNvPr>
          <p:cNvSpPr/>
          <p:nvPr/>
        </p:nvSpPr>
        <p:spPr>
          <a:xfrm>
            <a:off x="522469" y="1781452"/>
            <a:ext cx="7796583" cy="534366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will minify all required CSS and JS and place them in 'public-release' folder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xmlns="" id="{F3F88BA8-22B2-4AAD-AE21-6558048A2F0C}"/>
              </a:ext>
            </a:extLst>
          </p:cNvPr>
          <p:cNvSpPr/>
          <p:nvPr/>
        </p:nvSpPr>
        <p:spPr>
          <a:xfrm>
            <a:off x="265605" y="2948655"/>
            <a:ext cx="11684360" cy="27862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xmlns="" id="{B86F03ED-C3AF-488B-A82D-F7F56A3C7F7B}"/>
              </a:ext>
            </a:extLst>
          </p:cNvPr>
          <p:cNvSpPr/>
          <p:nvPr/>
        </p:nvSpPr>
        <p:spPr>
          <a:xfrm>
            <a:off x="444533" y="2780092"/>
            <a:ext cx="2775745" cy="319527"/>
          </a:xfrm>
          <a:prstGeom prst="round2DiagRect">
            <a:avLst/>
          </a:prstGeom>
          <a:solidFill>
            <a:srgbClr val="00B0F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err="1"/>
              <a:t>npm</a:t>
            </a:r>
            <a:r>
              <a:rPr lang="en-US" sz="1600" b="1" dirty="0"/>
              <a:t> run app-prod</a:t>
            </a:r>
            <a:endParaRPr lang="en-US" sz="1600" dirty="0"/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xmlns="" id="{8C6B6CD8-347A-444E-9430-94AAE41D75FB}"/>
              </a:ext>
            </a:extLst>
          </p:cNvPr>
          <p:cNvSpPr/>
          <p:nvPr/>
        </p:nvSpPr>
        <p:spPr>
          <a:xfrm>
            <a:off x="522469" y="3218227"/>
            <a:ext cx="6251269" cy="2119086"/>
          </a:xfrm>
          <a:prstGeom prst="flowChartAlternateProcess">
            <a:avLst/>
          </a:prstGeom>
          <a:solidFill>
            <a:srgbClr val="00206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will tell </a:t>
            </a:r>
            <a:r>
              <a:rPr lang="en-US" sz="1600" dirty="0" err="1"/>
              <a:t>fastify</a:t>
            </a:r>
            <a:r>
              <a:rPr lang="en-US" sz="1600" dirty="0"/>
              <a:t> to load static </a:t>
            </a:r>
            <a:r>
              <a:rPr lang="en-US" sz="1600" dirty="0" err="1"/>
              <a:t>assests</a:t>
            </a:r>
            <a:r>
              <a:rPr lang="en-US" sz="1600" dirty="0"/>
              <a:t> from 'public-release’.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and it will set the session for it to be used when module is loaded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module is loaded check session for </a:t>
            </a:r>
            <a:r>
              <a:rPr lang="en-US" sz="1600" dirty="0" err="1"/>
              <a:t>env</a:t>
            </a:r>
            <a:r>
              <a:rPr lang="en-US" sz="1600" dirty="0"/>
              <a:t> and point the render to module-release.js.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module-</a:t>
            </a:r>
            <a:r>
              <a:rPr lang="en-US" sz="1600" dirty="0" err="1"/>
              <a:t>release.ejs</a:t>
            </a:r>
            <a:r>
              <a:rPr lang="en-US" sz="1600" dirty="0"/>
              <a:t> will have all internal </a:t>
            </a:r>
            <a:r>
              <a:rPr lang="en-US" sz="1600" dirty="0" err="1"/>
              <a:t>ejs</a:t>
            </a:r>
            <a:r>
              <a:rPr lang="en-US" sz="1600" dirty="0"/>
              <a:t> html components structure point to 'public-release' folder.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00"/>
                </a:solidFill>
              </a:rPr>
              <a:t>Done ! we have minified release build for </a:t>
            </a:r>
            <a:r>
              <a:rPr lang="en-US" sz="1600" dirty="0" err="1">
                <a:solidFill>
                  <a:srgbClr val="FFFF00"/>
                </a:solidFill>
              </a:rPr>
              <a:t>nodejs</a:t>
            </a:r>
            <a:r>
              <a:rPr lang="en-US" sz="1600" dirty="0">
                <a:solidFill>
                  <a:srgbClr val="FFFF00"/>
                </a:solidFill>
              </a:rPr>
              <a:t>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36" name="Double Brace 35">
            <a:extLst>
              <a:ext uri="{FF2B5EF4-FFF2-40B4-BE49-F238E27FC236}">
                <a16:creationId xmlns:a16="http://schemas.microsoft.com/office/drawing/2014/main" xmlns="" id="{533B387F-616B-4999-917F-81D8268EB793}"/>
              </a:ext>
            </a:extLst>
          </p:cNvPr>
          <p:cNvSpPr/>
          <p:nvPr/>
        </p:nvSpPr>
        <p:spPr>
          <a:xfrm>
            <a:off x="7058783" y="4080952"/>
            <a:ext cx="4678638" cy="566017"/>
          </a:xfrm>
          <a:prstGeom prst="bracePair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b="1" dirty="0"/>
              <a:t>(please note the </a:t>
            </a:r>
            <a:r>
              <a:rPr lang="en-US" sz="1400" b="1" dirty="0" err="1"/>
              <a:t>minification</a:t>
            </a:r>
            <a:r>
              <a:rPr lang="en-US" sz="1400" b="1" dirty="0"/>
              <a:t> is only applied to client side not server side)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769775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xmlns="" id="{D2AE5925-7785-462D-97E4-32F0432AAA4D}"/>
              </a:ext>
            </a:extLst>
          </p:cNvPr>
          <p:cNvSpPr/>
          <p:nvPr/>
        </p:nvSpPr>
        <p:spPr>
          <a:xfrm>
            <a:off x="177760" y="952190"/>
            <a:ext cx="11860050" cy="550207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xmlns="" id="{3EF2EDB4-2A8E-4B09-BC2A-AE57D3F78D98}"/>
              </a:ext>
            </a:extLst>
          </p:cNvPr>
          <p:cNvCxnSpPr/>
          <p:nvPr/>
        </p:nvCxnSpPr>
        <p:spPr>
          <a:xfrm flipV="1">
            <a:off x="7371707" y="3876261"/>
            <a:ext cx="13067" cy="101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15660" y="2221337"/>
            <a:ext cx="222885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13828" y="4251840"/>
            <a:ext cx="24765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67077" y="1169429"/>
            <a:ext cx="246697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1308" y="2185452"/>
            <a:ext cx="25717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6" name="Elbow Connector 25"/>
          <p:cNvCxnSpPr/>
          <p:nvPr/>
        </p:nvCxnSpPr>
        <p:spPr>
          <a:xfrm flipV="1">
            <a:off x="2975020" y="2730321"/>
            <a:ext cx="1030310" cy="33485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032" idx="3"/>
          </p:cNvCxnSpPr>
          <p:nvPr/>
        </p:nvCxnSpPr>
        <p:spPr>
          <a:xfrm flipV="1">
            <a:off x="6244510" y="1996226"/>
            <a:ext cx="1354025" cy="89186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1034" idx="0"/>
            <a:endCxn id="1035" idx="3"/>
          </p:cNvCxnSpPr>
          <p:nvPr/>
        </p:nvCxnSpPr>
        <p:spPr>
          <a:xfrm rot="5400000" flipH="1" flipV="1">
            <a:off x="8497172" y="2714960"/>
            <a:ext cx="1891786" cy="1181974"/>
          </a:xfrm>
          <a:prstGeom prst="bentConnector4">
            <a:avLst>
              <a:gd name="adj1" fmla="val 18532"/>
              <a:gd name="adj2" fmla="val 11934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xmlns="" id="{C7ECA866-F194-4EB2-8AE2-6FCA2DDB77DD}"/>
              </a:ext>
            </a:extLst>
          </p:cNvPr>
          <p:cNvSpPr/>
          <p:nvPr/>
        </p:nvSpPr>
        <p:spPr>
          <a:xfrm>
            <a:off x="4052054" y="228783"/>
            <a:ext cx="3524106" cy="477382"/>
          </a:xfrm>
          <a:prstGeom prst="flowChartAlternateProcess">
            <a:avLst/>
          </a:prstGeom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RBAC  ERD</a:t>
            </a:r>
            <a:endParaRPr lang="en-US" dirty="0"/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xmlns="" id="{6F8BAC3C-5E60-4233-955A-435E4D3BEA91}"/>
              </a:ext>
            </a:extLst>
          </p:cNvPr>
          <p:cNvSpPr/>
          <p:nvPr/>
        </p:nvSpPr>
        <p:spPr>
          <a:xfrm>
            <a:off x="684705" y="4832487"/>
            <a:ext cx="4763058" cy="1156189"/>
          </a:xfrm>
          <a:prstGeom prst="flowChartAlternateProcess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 smtClean="0">
                <a:solidFill>
                  <a:schemeClr val="tx1"/>
                </a:solidFill>
              </a:rPr>
              <a:t>accesstype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 smtClean="0">
                <a:solidFill>
                  <a:schemeClr val="tx1"/>
                </a:solidFill>
              </a:rPr>
              <a:t>: </a:t>
            </a:r>
            <a:r>
              <a:rPr lang="en-US" sz="1600" dirty="0" smtClean="0">
                <a:solidFill>
                  <a:schemeClr val="tx1"/>
                </a:solidFill>
              </a:rPr>
              <a:t>in our scenario there are two types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All </a:t>
            </a:r>
            <a:r>
              <a:rPr lang="en-US" sz="1600" dirty="0" smtClean="0">
                <a:solidFill>
                  <a:schemeClr val="tx1"/>
                </a:solidFill>
              </a:rPr>
              <a:t>Access(AA).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 View Only (VO).</a:t>
            </a:r>
          </a:p>
          <a:p>
            <a:r>
              <a:rPr lang="en-US" sz="1600" dirty="0" smtClean="0">
                <a:solidFill>
                  <a:schemeClr val="tx1"/>
                </a:solidFill>
              </a:rPr>
              <a:t>It can </a:t>
            </a:r>
            <a:r>
              <a:rPr lang="en-US" sz="1600" smtClean="0">
                <a:solidFill>
                  <a:schemeClr val="tx1"/>
                </a:solidFill>
              </a:rPr>
              <a:t>be more </a:t>
            </a:r>
            <a:r>
              <a:rPr lang="en-US" sz="1600" dirty="0" smtClean="0">
                <a:solidFill>
                  <a:schemeClr val="tx1"/>
                </a:solidFill>
              </a:rPr>
              <a:t>as per respective requirement 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8" name="Rectangle: Diagonal Corners Rounded 82">
            <a:extLst>
              <a:ext uri="{FF2B5EF4-FFF2-40B4-BE49-F238E27FC236}">
                <a16:creationId xmlns:a16="http://schemas.microsoft.com/office/drawing/2014/main" xmlns="" id="{B32F8A78-F105-4751-A6AF-BC7D7CEFD8C2}"/>
              </a:ext>
            </a:extLst>
          </p:cNvPr>
          <p:cNvSpPr/>
          <p:nvPr/>
        </p:nvSpPr>
        <p:spPr>
          <a:xfrm>
            <a:off x="4636395" y="4614550"/>
            <a:ext cx="1056068" cy="319527"/>
          </a:xfrm>
          <a:prstGeom prst="round2DiagRect">
            <a:avLst/>
          </a:prstGeom>
          <a:solidFill>
            <a:srgbClr val="92D05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  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mrole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977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CA83FD2B543743B32FB3CA5667B5BD" ma:contentTypeVersion="9" ma:contentTypeDescription="Create a new document." ma:contentTypeScope="" ma:versionID="98fa7199ea7a1fc5edecf7fba82f2c8d">
  <xsd:schema xmlns:xsd="http://www.w3.org/2001/XMLSchema" xmlns:xs="http://www.w3.org/2001/XMLSchema" xmlns:p="http://schemas.microsoft.com/office/2006/metadata/properties" xmlns:ns3="809d0032-b212-4ad0-8d0c-ad24d8ce0a77" xmlns:ns4="822dcf65-8c54-46c8-a9e1-c826ddfa3ebc" targetNamespace="http://schemas.microsoft.com/office/2006/metadata/properties" ma:root="true" ma:fieldsID="e5cf81ee920403026685ad6c859371c6" ns3:_="" ns4:_="">
    <xsd:import namespace="809d0032-b212-4ad0-8d0c-ad24d8ce0a77"/>
    <xsd:import namespace="822dcf65-8c54-46c8-a9e1-c826ddfa3eb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9d0032-b212-4ad0-8d0c-ad24d8ce0a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2dcf65-8c54-46c8-a9e1-c826ddfa3e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BDB446-0B0B-48E2-BAC7-42681A9D85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66BDF9-59FE-4D7F-8B85-85D098917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9d0032-b212-4ad0-8d0c-ad24d8ce0a77"/>
    <ds:schemaRef ds:uri="822dcf65-8c54-46c8-a9e1-c826ddfa3e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46F54C-1F07-4FDA-B600-C94D874579E0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822dcf65-8c54-46c8-a9e1-c826ddfa3ebc"/>
    <ds:schemaRef ds:uri="http://purl.org/dc/dcmitype/"/>
    <ds:schemaRef ds:uri="809d0032-b212-4ad0-8d0c-ad24d8ce0a77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2124</TotalTime>
  <Words>2021</Words>
  <Application>Microsoft Office PowerPoint</Application>
  <PresentationFormat>Custom</PresentationFormat>
  <Paragraphs>685</Paragraphs>
  <Slides>28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Module ejs structure</vt:lpstr>
      <vt:lpstr>View Structure and Page Operations</vt:lpstr>
      <vt:lpstr>Page Load and Date Range Operations</vt:lpstr>
      <vt:lpstr>Sort and Pagination Operations</vt:lpstr>
      <vt:lpstr>Filter Operations</vt:lpstr>
      <vt:lpstr>Create and Update Operations</vt:lpstr>
      <vt:lpstr>Field Validations</vt:lpstr>
      <vt:lpstr>Field Validations – Event Listeners</vt:lpstr>
      <vt:lpstr>App_Module - Action Functions </vt:lpstr>
      <vt:lpstr>Pivot Operations</vt:lpstr>
      <vt:lpstr>ETL-Upload Operations</vt:lpstr>
      <vt:lpstr>ETL-Download User Operations</vt:lpstr>
      <vt:lpstr>Slide 13</vt:lpstr>
      <vt:lpstr>Route Structure and Module Operations</vt:lpstr>
      <vt:lpstr>Module View (EJS) Render</vt:lpstr>
      <vt:lpstr>Module Load Operations</vt:lpstr>
      <vt:lpstr>Multipurpose Features Operations</vt:lpstr>
      <vt:lpstr>GroupBY Operations</vt:lpstr>
      <vt:lpstr>Create Operations</vt:lpstr>
      <vt:lpstr>Update Operations</vt:lpstr>
      <vt:lpstr>Upload Operations</vt:lpstr>
      <vt:lpstr>Download Operations</vt:lpstr>
      <vt:lpstr>API Cache Mechanism Overview </vt:lpstr>
      <vt:lpstr>API Cache Mechanism Drilldown </vt:lpstr>
      <vt:lpstr>Nodejs Web App  Env Release Mechanism pt 1</vt:lpstr>
      <vt:lpstr>Nodejs Web App  Env Release Mechanism pt 2</vt:lpstr>
      <vt:lpstr>How to Release Node.js App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Rizwan Riyaz Ahmed Patel</dc:creator>
  <cp:lastModifiedBy>usama</cp:lastModifiedBy>
  <cp:revision>1999</cp:revision>
  <dcterms:created xsi:type="dcterms:W3CDTF">2022-07-07T21:07:53Z</dcterms:created>
  <dcterms:modified xsi:type="dcterms:W3CDTF">2022-08-25T17:57:22Z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80aad66e-8327-4d26-929b-915422c819f5</vt:lpwstr>
  </property>
  <property fmtid="{D5CDD505-2E9C-101B-9397-08002B2CF9AE}" pid="3" name="HCLClassification">
    <vt:lpwstr>HCL_Cla5s_Publ1c</vt:lpwstr>
  </property>
  <property fmtid="{D5CDD505-2E9C-101B-9397-08002B2CF9AE}" pid="4" name="ContentTypeId">
    <vt:lpwstr>0x010100A5CA83FD2B543743B32FB3CA5667B5BD</vt:lpwstr>
  </property>
  <property fmtid="{D5CDD505-2E9C-101B-9397-08002B2CF9AE}" pid="5" name="HCLClassD6">
    <vt:lpwstr>False</vt:lpwstr>
  </property>
</Properties>
</file>